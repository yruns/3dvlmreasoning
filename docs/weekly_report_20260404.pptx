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834" r:id="rId5"/>
    <p:sldId id="833" r:id="rId6"/>
    <p:sldId id="844" r:id="rId14"/>
    <p:sldId id="845" r:id="rId15"/>
    <p:sldId id="846" r:id="rId16"/>
    <p:sldId id="847" r:id="rId17"/>
    <p:sldId id="843" r:id="rId7"/>
    <p:sldId id="634" r:id="rId8"/>
  </p:sldIdLst>
  <p:sldSz cx="12192000" cy="6858000"/>
  <p:notesSz cx="6858000" cy="9144000"/>
  <p:custDataLst>
    <p:tags r:id="rId1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83815BC9-D1CC-4160-B5E7-DB868434CCE3}">
          <p14:sldIdLst>
            <p14:sldId id="256"/>
            <p14:sldId id="834"/>
            <p14:sldId id="833"/>
            <p14:sldId id="844"/>
            <p14:sldId id="845"/>
            <p14:sldId id="846"/>
            <p14:sldId id="847"/>
            <p14:sldId id="843"/>
            <p14:sldId id="634"/>
          </p14:sldIdLst>
        </p14:section>
        <p14:section name="默认节" id="{2D02567A-E701-4AF6-B875-3D6D02F54052}">
          <p14:sldIdLst/>
        </p14:section>
      </p14:section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483810881" name="WPS_1679281038" initials="W" lastIdx="1" clrIdx="2"/>
  <p:cmAuthor id="1" name="吴 哥" initials="吴" lastIdx="1" clrIdx="0"/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72C4"/>
    <a:srgbClr val="ED7D32"/>
    <a:srgbClr val="F3AA78"/>
    <a:srgbClr val="9DC3E6"/>
    <a:srgbClr val="E9EBF5"/>
    <a:srgbClr val="E8EAF4"/>
    <a:srgbClr val="CFD5EA"/>
    <a:srgbClr val="2E75B6"/>
    <a:srgbClr val="CC00FF"/>
    <a:srgbClr val="FF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427" autoAdjust="0"/>
    <p:restoredTop sz="97436" autoAdjust="0"/>
  </p:normalViewPr>
  <p:slideViewPr>
    <p:cSldViewPr snapToGrid="0">
      <p:cViewPr varScale="1">
        <p:scale>
          <a:sx n="110" d="100"/>
          <a:sy n="110" d="100"/>
        </p:scale>
        <p:origin x="72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840" y="66"/>
      </p:cViewPr>
      <p:guideLst/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gs" Target="tags/tag10.xml"/><Relationship Id="rId12" Type="http://schemas.openxmlformats.org/officeDocument/2006/relationships/commentAuthors" Target="commentAuthors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BDAA87-4870-4613-9759-7B2AE6584ED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DCBE59-CF73-4475-A51C-9A848387032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尊敬的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5" t="1238" r="1220" b="1852"/>
          <a:stretch>
            <a:fillRect/>
          </a:stretch>
        </p:blipFill>
        <p:spPr>
          <a:xfrm>
            <a:off x="361376" y="387408"/>
            <a:ext cx="985578" cy="979976"/>
          </a:xfrm>
          <a:prstGeom prst="ellipse">
            <a:avLst/>
          </a:prstGeom>
        </p:spPr>
      </p:pic>
      <p:sp>
        <p:nvSpPr>
          <p:cNvPr id="3" name="文本占位符 2"/>
          <p:cNvSpPr>
            <a:spLocks noGrp="1"/>
          </p:cNvSpPr>
          <p:nvPr>
            <p:ph type="body" sz="quarter" idx="10" hasCustomPrompt="1"/>
          </p:nvPr>
        </p:nvSpPr>
        <p:spPr>
          <a:xfrm>
            <a:off x="1811517" y="2930342"/>
            <a:ext cx="8568965" cy="1265738"/>
          </a:xfrm>
        </p:spPr>
        <p:txBody>
          <a:bodyPr>
            <a:normAutofit/>
          </a:bodyPr>
          <a:lstStyle>
            <a:lvl1pPr marL="0" indent="0" algn="ctr">
              <a:buNone/>
              <a:defRPr sz="72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lvl="0"/>
            <a:r>
              <a:rPr lang="zh-CN" altLang="en-US" dirty="0"/>
              <a:t>此处添加主标题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 hasCustomPrompt="1"/>
          </p:nvPr>
        </p:nvSpPr>
        <p:spPr>
          <a:xfrm>
            <a:off x="2740818" y="4340709"/>
            <a:ext cx="6710362" cy="471157"/>
          </a:xfrm>
        </p:spPr>
        <p:txBody>
          <a:bodyPr/>
          <a:lstStyle>
            <a:lvl1pPr marL="0" indent="0" algn="ctr">
              <a:buNone/>
              <a:defRPr>
                <a:solidFill>
                  <a:srgbClr val="284C8A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lvl="0"/>
            <a:r>
              <a:rPr lang="zh-CN" altLang="en-US" dirty="0"/>
              <a:t>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0" y="801387"/>
            <a:ext cx="12192000" cy="0"/>
          </a:xfrm>
          <a:prstGeom prst="line">
            <a:avLst/>
          </a:prstGeom>
          <a:ln w="38100" cmpd="sng">
            <a:solidFill>
              <a:srgbClr val="284C8A"/>
            </a:solidFill>
            <a:prstDash val="soli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文本占位符 19"/>
          <p:cNvSpPr>
            <a:spLocks noGrp="1"/>
          </p:cNvSpPr>
          <p:nvPr>
            <p:ph type="body" sz="quarter" idx="10" hasCustomPrompt="1"/>
          </p:nvPr>
        </p:nvSpPr>
        <p:spPr>
          <a:xfrm>
            <a:off x="516255" y="65405"/>
            <a:ext cx="11158855" cy="598170"/>
          </a:xfrm>
        </p:spPr>
        <p:txBody>
          <a:bodyPr>
            <a:noAutofit/>
          </a:bodyPr>
          <a:lstStyle>
            <a:lvl1pPr marL="0" indent="0" algn="ctr">
              <a:buNone/>
              <a:defRPr sz="4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lvl="0"/>
            <a:r>
              <a:rPr lang="zh-CN" altLang="en-US" dirty="0"/>
              <a:t>输入标题</a:t>
            </a: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5" t="1238" r="1220" b="1852"/>
          <a:stretch>
            <a:fillRect/>
          </a:stretch>
        </p:blipFill>
        <p:spPr>
          <a:xfrm>
            <a:off x="0" y="17406"/>
            <a:ext cx="752748" cy="748469"/>
          </a:xfrm>
          <a:prstGeom prst="ellipse">
            <a:avLst/>
          </a:prstGeom>
        </p:spPr>
      </p:pic>
      <p:sp>
        <p:nvSpPr>
          <p:cNvPr id="12" name="文本占位符 7"/>
          <p:cNvSpPr>
            <a:spLocks noGrp="1"/>
          </p:cNvSpPr>
          <p:nvPr>
            <p:ph type="body" sz="quarter" idx="14"/>
          </p:nvPr>
        </p:nvSpPr>
        <p:spPr>
          <a:xfrm>
            <a:off x="515937" y="1104900"/>
            <a:ext cx="11160125" cy="5016500"/>
          </a:xfrm>
          <a:prstGeom prst="rect">
            <a:avLst/>
          </a:prstGeom>
        </p:spPr>
        <p:txBody>
          <a:bodyPr/>
          <a:lstStyle>
            <a:lvl1pPr marL="449580" indent="-449580">
              <a:lnSpc>
                <a:spcPct val="110000"/>
              </a:lnSpc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p"/>
              <a:defRPr sz="3200" b="1">
                <a:solidFill>
                  <a:srgbClr val="4D4D4D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897255" indent="-440055">
              <a:lnSpc>
                <a:spcPct val="110000"/>
              </a:lnSpc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n"/>
              <a:defRPr sz="2800">
                <a:solidFill>
                  <a:srgbClr val="4D4D4D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252855" indent="-338455">
              <a:lnSpc>
                <a:spcPct val="110000"/>
              </a:lnSpc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n"/>
              <a:defRPr sz="2400">
                <a:solidFill>
                  <a:srgbClr val="4D4D4D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701800" indent="-330200">
              <a:lnSpc>
                <a:spcPct val="110000"/>
              </a:lnSpc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n"/>
              <a:defRPr sz="2000">
                <a:solidFill>
                  <a:srgbClr val="4D4D4D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151380" indent="-322580">
              <a:lnSpc>
                <a:spcPct val="110000"/>
              </a:lnSpc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n"/>
              <a:defRPr sz="2000">
                <a:solidFill>
                  <a:srgbClr val="4D4D4D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0" y="6348489"/>
            <a:ext cx="12192000" cy="509511"/>
          </a:xfrm>
          <a:prstGeom prst="rect">
            <a:avLst/>
          </a:prstGeom>
          <a:solidFill>
            <a:srgbClr val="284C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10033462" y="6418578"/>
            <a:ext cx="21585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503050405090304" pitchFamily="18" charset="0"/>
                <a:ea typeface="等线" panose="02010600030101010101" pitchFamily="2" charset="-122"/>
                <a:cs typeface="Times New Roman" panose="02020503050405090304" pitchFamily="18" charset="0"/>
              </a:rPr>
              <a:t xml:space="preserve">MPEI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503050405090304" pitchFamily="18" charset="0"/>
                <a:ea typeface="等线" panose="02010600030101010101" pitchFamily="2" charset="-122"/>
                <a:cs typeface="Times New Roman" panose="02020503050405090304" pitchFamily="18" charset="0"/>
              </a:rPr>
              <a:t>Lab@BUPT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503050405090304" pitchFamily="18" charset="0"/>
              <a:ea typeface="等线" panose="02010600030101010101" pitchFamily="2" charset="-122"/>
              <a:cs typeface="Times New Roman" panose="02020503050405090304" pitchFamily="18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/>
        </p:nvSpPr>
        <p:spPr>
          <a:xfrm>
            <a:off x="0" y="6348489"/>
            <a:ext cx="12192000" cy="509511"/>
          </a:xfrm>
          <a:prstGeom prst="rect">
            <a:avLst/>
          </a:prstGeom>
          <a:solidFill>
            <a:srgbClr val="284C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10033462" y="6418578"/>
            <a:ext cx="21585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503050405090304" pitchFamily="18" charset="0"/>
                <a:ea typeface="等线" panose="02010600030101010101" pitchFamily="2" charset="-122"/>
                <a:cs typeface="Times New Roman" panose="02020503050405090304" pitchFamily="18" charset="0"/>
              </a:rPr>
              <a:t xml:space="preserve">MPEI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503050405090304" pitchFamily="18" charset="0"/>
                <a:ea typeface="等线" panose="02010600030101010101" pitchFamily="2" charset="-122"/>
                <a:cs typeface="Times New Roman" panose="02020503050405090304" pitchFamily="18" charset="0"/>
              </a:rPr>
              <a:t>Lab@BUPT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503050405090304" pitchFamily="18" charset="0"/>
              <a:ea typeface="等线" panose="02010600030101010101" pitchFamily="2" charset="-122"/>
              <a:cs typeface="Times New Roman" panose="02020503050405090304" pitchFamily="18" charset="0"/>
            </a:endParaRPr>
          </a:p>
        </p:txBody>
      </p:sp>
      <p:cxnSp>
        <p:nvCxnSpPr>
          <p:cNvPr id="10" name="直接连接符 9"/>
          <p:cNvCxnSpPr/>
          <p:nvPr userDrawn="1"/>
        </p:nvCxnSpPr>
        <p:spPr>
          <a:xfrm>
            <a:off x="0" y="801387"/>
            <a:ext cx="12192000" cy="0"/>
          </a:xfrm>
          <a:prstGeom prst="line">
            <a:avLst/>
          </a:prstGeom>
          <a:ln w="38100" cmpd="sng">
            <a:solidFill>
              <a:srgbClr val="284C8A"/>
            </a:solidFill>
            <a:prstDash val="soli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文本占位符 19"/>
          <p:cNvSpPr>
            <a:spLocks noGrp="1"/>
          </p:cNvSpPr>
          <p:nvPr>
            <p:ph type="body" sz="quarter" idx="10" hasCustomPrompt="1"/>
          </p:nvPr>
        </p:nvSpPr>
        <p:spPr>
          <a:xfrm>
            <a:off x="4782187" y="65465"/>
            <a:ext cx="2627623" cy="598443"/>
          </a:xfrm>
        </p:spPr>
        <p:txBody>
          <a:bodyPr>
            <a:noAutofit/>
          </a:bodyPr>
          <a:lstStyle>
            <a:lvl1pPr marL="0" indent="0" algn="ctr">
              <a:buNone/>
              <a:defRPr sz="4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lvl="0"/>
            <a:r>
              <a:rPr lang="zh-CN" altLang="en-US" dirty="0"/>
              <a:t>提纲</a:t>
            </a: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5" t="1238" r="1220" b="1852"/>
          <a:stretch>
            <a:fillRect/>
          </a:stretch>
        </p:blipFill>
        <p:spPr>
          <a:xfrm>
            <a:off x="0" y="17406"/>
            <a:ext cx="752748" cy="748469"/>
          </a:xfrm>
          <a:prstGeom prst="ellipse">
            <a:avLst/>
          </a:prstGeom>
        </p:spPr>
      </p:pic>
      <p:sp>
        <p:nvSpPr>
          <p:cNvPr id="9" name="文本占位符 7"/>
          <p:cNvSpPr>
            <a:spLocks noGrp="1"/>
          </p:cNvSpPr>
          <p:nvPr>
            <p:ph type="body" sz="quarter" idx="14"/>
          </p:nvPr>
        </p:nvSpPr>
        <p:spPr>
          <a:xfrm>
            <a:off x="3773884" y="1104900"/>
            <a:ext cx="4644232" cy="5016500"/>
          </a:xfrm>
          <a:prstGeom prst="rect">
            <a:avLst/>
          </a:prstGeom>
        </p:spPr>
        <p:txBody>
          <a:bodyPr/>
          <a:lstStyle>
            <a:lvl1pPr marL="449580" indent="-449580">
              <a:lnSpc>
                <a:spcPct val="110000"/>
              </a:lnSpc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p"/>
              <a:defRPr sz="3200" b="1">
                <a:solidFill>
                  <a:srgbClr val="4D4D4D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897255" indent="-440055">
              <a:lnSpc>
                <a:spcPct val="110000"/>
              </a:lnSpc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n"/>
              <a:defRPr sz="2800">
                <a:solidFill>
                  <a:srgbClr val="4D4D4D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252855" indent="-338455">
              <a:lnSpc>
                <a:spcPct val="110000"/>
              </a:lnSpc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n"/>
              <a:defRPr sz="2400">
                <a:solidFill>
                  <a:srgbClr val="4D4D4D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701800" indent="-330200">
              <a:lnSpc>
                <a:spcPct val="110000"/>
              </a:lnSpc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n"/>
              <a:defRPr sz="2000">
                <a:solidFill>
                  <a:srgbClr val="4D4D4D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151380" indent="-322580">
              <a:lnSpc>
                <a:spcPct val="110000"/>
              </a:lnSpc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n"/>
              <a:defRPr sz="2000">
                <a:solidFill>
                  <a:srgbClr val="4D4D4D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0" y="801387"/>
            <a:ext cx="12192000" cy="0"/>
          </a:xfrm>
          <a:prstGeom prst="line">
            <a:avLst/>
          </a:prstGeom>
          <a:ln w="38100" cmpd="sng">
            <a:solidFill>
              <a:srgbClr val="284C8A"/>
            </a:solidFill>
            <a:prstDash val="soli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文本占位符 19"/>
          <p:cNvSpPr>
            <a:spLocks noGrp="1"/>
          </p:cNvSpPr>
          <p:nvPr>
            <p:ph type="body" sz="quarter" idx="10" hasCustomPrompt="1"/>
          </p:nvPr>
        </p:nvSpPr>
        <p:spPr>
          <a:xfrm>
            <a:off x="4782187" y="65465"/>
            <a:ext cx="2627623" cy="598443"/>
          </a:xfrm>
        </p:spPr>
        <p:txBody>
          <a:bodyPr>
            <a:noAutofit/>
          </a:bodyPr>
          <a:lstStyle>
            <a:lvl1pPr marL="0" indent="0" algn="ctr">
              <a:buNone/>
              <a:defRPr sz="4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lvl="0"/>
            <a:r>
              <a:rPr lang="zh-CN" altLang="en-US" dirty="0"/>
              <a:t>输入标题</a:t>
            </a: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5" t="1238" r="1220" b="1852"/>
          <a:stretch>
            <a:fillRect/>
          </a:stretch>
        </p:blipFill>
        <p:spPr>
          <a:xfrm>
            <a:off x="0" y="17406"/>
            <a:ext cx="752748" cy="748469"/>
          </a:xfrm>
          <a:prstGeom prst="ellipse">
            <a:avLst/>
          </a:prstGeom>
        </p:spPr>
      </p:pic>
      <p:sp>
        <p:nvSpPr>
          <p:cNvPr id="12" name="图片占位符 23"/>
          <p:cNvSpPr>
            <a:spLocks noGrp="1"/>
          </p:cNvSpPr>
          <p:nvPr>
            <p:ph type="pic" sz="quarter" idx="14"/>
          </p:nvPr>
        </p:nvSpPr>
        <p:spPr>
          <a:xfrm>
            <a:off x="515938" y="1416968"/>
            <a:ext cx="1274063" cy="1620000"/>
          </a:xfrm>
          <a:custGeom>
            <a:avLst/>
            <a:gdLst>
              <a:gd name="connsiteX0" fmla="*/ 0 w 1274063"/>
              <a:gd name="connsiteY0" fmla="*/ 0 h 1620000"/>
              <a:gd name="connsiteX1" fmla="*/ 1274063 w 1274063"/>
              <a:gd name="connsiteY1" fmla="*/ 0 h 1620000"/>
              <a:gd name="connsiteX2" fmla="*/ 1274063 w 1274063"/>
              <a:gd name="connsiteY2" fmla="*/ 1620000 h 1620000"/>
              <a:gd name="connsiteX3" fmla="*/ 0 w 1274063"/>
              <a:gd name="connsiteY3" fmla="*/ 1620000 h 16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4063" h="1620000">
                <a:moveTo>
                  <a:pt x="0" y="0"/>
                </a:moveTo>
                <a:lnTo>
                  <a:pt x="1274063" y="0"/>
                </a:lnTo>
                <a:lnTo>
                  <a:pt x="1274063" y="1620000"/>
                </a:lnTo>
                <a:lnTo>
                  <a:pt x="0" y="1620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3" name="图片占位符 24"/>
          <p:cNvSpPr>
            <a:spLocks noGrp="1"/>
          </p:cNvSpPr>
          <p:nvPr>
            <p:ph type="pic" sz="quarter" idx="15"/>
          </p:nvPr>
        </p:nvSpPr>
        <p:spPr>
          <a:xfrm>
            <a:off x="1928233" y="1416968"/>
            <a:ext cx="1274063" cy="1620000"/>
          </a:xfrm>
          <a:custGeom>
            <a:avLst/>
            <a:gdLst>
              <a:gd name="connsiteX0" fmla="*/ 0 w 1274063"/>
              <a:gd name="connsiteY0" fmla="*/ 0 h 1620000"/>
              <a:gd name="connsiteX1" fmla="*/ 1274063 w 1274063"/>
              <a:gd name="connsiteY1" fmla="*/ 0 h 1620000"/>
              <a:gd name="connsiteX2" fmla="*/ 1274063 w 1274063"/>
              <a:gd name="connsiteY2" fmla="*/ 1620000 h 1620000"/>
              <a:gd name="connsiteX3" fmla="*/ 0 w 1274063"/>
              <a:gd name="connsiteY3" fmla="*/ 1620000 h 16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4063" h="1620000">
                <a:moveTo>
                  <a:pt x="0" y="0"/>
                </a:moveTo>
                <a:lnTo>
                  <a:pt x="1274063" y="0"/>
                </a:lnTo>
                <a:lnTo>
                  <a:pt x="1274063" y="1620000"/>
                </a:lnTo>
                <a:lnTo>
                  <a:pt x="0" y="1620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4" name="图片占位符 25"/>
          <p:cNvSpPr>
            <a:spLocks noGrp="1"/>
          </p:cNvSpPr>
          <p:nvPr>
            <p:ph type="pic" sz="quarter" idx="16"/>
          </p:nvPr>
        </p:nvSpPr>
        <p:spPr>
          <a:xfrm>
            <a:off x="3340528" y="1416968"/>
            <a:ext cx="1274063" cy="1620000"/>
          </a:xfrm>
          <a:custGeom>
            <a:avLst/>
            <a:gdLst>
              <a:gd name="connsiteX0" fmla="*/ 0 w 1274063"/>
              <a:gd name="connsiteY0" fmla="*/ 0 h 1620000"/>
              <a:gd name="connsiteX1" fmla="*/ 1274063 w 1274063"/>
              <a:gd name="connsiteY1" fmla="*/ 0 h 1620000"/>
              <a:gd name="connsiteX2" fmla="*/ 1274063 w 1274063"/>
              <a:gd name="connsiteY2" fmla="*/ 1620000 h 1620000"/>
              <a:gd name="connsiteX3" fmla="*/ 0 w 1274063"/>
              <a:gd name="connsiteY3" fmla="*/ 1620000 h 16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4063" h="1620000">
                <a:moveTo>
                  <a:pt x="0" y="0"/>
                </a:moveTo>
                <a:lnTo>
                  <a:pt x="1274063" y="0"/>
                </a:lnTo>
                <a:lnTo>
                  <a:pt x="1274063" y="1620000"/>
                </a:lnTo>
                <a:lnTo>
                  <a:pt x="0" y="1620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5" name="图片占位符 26"/>
          <p:cNvSpPr>
            <a:spLocks noGrp="1"/>
          </p:cNvSpPr>
          <p:nvPr>
            <p:ph type="pic" sz="quarter" idx="17"/>
          </p:nvPr>
        </p:nvSpPr>
        <p:spPr>
          <a:xfrm>
            <a:off x="4752823" y="1416968"/>
            <a:ext cx="1274063" cy="1620000"/>
          </a:xfrm>
          <a:custGeom>
            <a:avLst/>
            <a:gdLst>
              <a:gd name="connsiteX0" fmla="*/ 0 w 1274063"/>
              <a:gd name="connsiteY0" fmla="*/ 0 h 1620000"/>
              <a:gd name="connsiteX1" fmla="*/ 1274063 w 1274063"/>
              <a:gd name="connsiteY1" fmla="*/ 0 h 1620000"/>
              <a:gd name="connsiteX2" fmla="*/ 1274063 w 1274063"/>
              <a:gd name="connsiteY2" fmla="*/ 1620000 h 1620000"/>
              <a:gd name="connsiteX3" fmla="*/ 0 w 1274063"/>
              <a:gd name="connsiteY3" fmla="*/ 1620000 h 16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4063" h="1620000">
                <a:moveTo>
                  <a:pt x="0" y="0"/>
                </a:moveTo>
                <a:lnTo>
                  <a:pt x="1274063" y="0"/>
                </a:lnTo>
                <a:lnTo>
                  <a:pt x="1274063" y="1620000"/>
                </a:lnTo>
                <a:lnTo>
                  <a:pt x="0" y="1620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6" name="图片占位符 27"/>
          <p:cNvSpPr>
            <a:spLocks noGrp="1"/>
          </p:cNvSpPr>
          <p:nvPr>
            <p:ph type="pic" sz="quarter" idx="18"/>
          </p:nvPr>
        </p:nvSpPr>
        <p:spPr>
          <a:xfrm>
            <a:off x="6165118" y="1416968"/>
            <a:ext cx="1274063" cy="1620000"/>
          </a:xfrm>
          <a:custGeom>
            <a:avLst/>
            <a:gdLst>
              <a:gd name="connsiteX0" fmla="*/ 0 w 1274063"/>
              <a:gd name="connsiteY0" fmla="*/ 0 h 1620000"/>
              <a:gd name="connsiteX1" fmla="*/ 1274063 w 1274063"/>
              <a:gd name="connsiteY1" fmla="*/ 0 h 1620000"/>
              <a:gd name="connsiteX2" fmla="*/ 1274063 w 1274063"/>
              <a:gd name="connsiteY2" fmla="*/ 1620000 h 1620000"/>
              <a:gd name="connsiteX3" fmla="*/ 0 w 1274063"/>
              <a:gd name="connsiteY3" fmla="*/ 1620000 h 16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4063" h="1620000">
                <a:moveTo>
                  <a:pt x="0" y="0"/>
                </a:moveTo>
                <a:lnTo>
                  <a:pt x="1274063" y="0"/>
                </a:lnTo>
                <a:lnTo>
                  <a:pt x="1274063" y="1620000"/>
                </a:lnTo>
                <a:lnTo>
                  <a:pt x="0" y="1620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7" name="图片占位符 28"/>
          <p:cNvSpPr>
            <a:spLocks noGrp="1"/>
          </p:cNvSpPr>
          <p:nvPr>
            <p:ph type="pic" sz="quarter" idx="19"/>
          </p:nvPr>
        </p:nvSpPr>
        <p:spPr>
          <a:xfrm>
            <a:off x="7577413" y="1416968"/>
            <a:ext cx="1274063" cy="1620000"/>
          </a:xfrm>
          <a:custGeom>
            <a:avLst/>
            <a:gdLst>
              <a:gd name="connsiteX0" fmla="*/ 0 w 1274063"/>
              <a:gd name="connsiteY0" fmla="*/ 0 h 1620000"/>
              <a:gd name="connsiteX1" fmla="*/ 1274063 w 1274063"/>
              <a:gd name="connsiteY1" fmla="*/ 0 h 1620000"/>
              <a:gd name="connsiteX2" fmla="*/ 1274063 w 1274063"/>
              <a:gd name="connsiteY2" fmla="*/ 1620000 h 1620000"/>
              <a:gd name="connsiteX3" fmla="*/ 0 w 1274063"/>
              <a:gd name="connsiteY3" fmla="*/ 1620000 h 16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4063" h="1620000">
                <a:moveTo>
                  <a:pt x="0" y="0"/>
                </a:moveTo>
                <a:lnTo>
                  <a:pt x="1274063" y="0"/>
                </a:lnTo>
                <a:lnTo>
                  <a:pt x="1274063" y="1620000"/>
                </a:lnTo>
                <a:lnTo>
                  <a:pt x="0" y="1620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8" name="图片占位符 29"/>
          <p:cNvSpPr>
            <a:spLocks noGrp="1"/>
          </p:cNvSpPr>
          <p:nvPr>
            <p:ph type="pic" sz="quarter" idx="20"/>
          </p:nvPr>
        </p:nvSpPr>
        <p:spPr>
          <a:xfrm>
            <a:off x="8989708" y="1416968"/>
            <a:ext cx="1274063" cy="1620000"/>
          </a:xfrm>
          <a:custGeom>
            <a:avLst/>
            <a:gdLst>
              <a:gd name="connsiteX0" fmla="*/ 0 w 1274063"/>
              <a:gd name="connsiteY0" fmla="*/ 0 h 1620000"/>
              <a:gd name="connsiteX1" fmla="*/ 1274063 w 1274063"/>
              <a:gd name="connsiteY1" fmla="*/ 0 h 1620000"/>
              <a:gd name="connsiteX2" fmla="*/ 1274063 w 1274063"/>
              <a:gd name="connsiteY2" fmla="*/ 1620000 h 1620000"/>
              <a:gd name="connsiteX3" fmla="*/ 0 w 1274063"/>
              <a:gd name="connsiteY3" fmla="*/ 1620000 h 16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4063" h="1620000">
                <a:moveTo>
                  <a:pt x="0" y="0"/>
                </a:moveTo>
                <a:lnTo>
                  <a:pt x="1274063" y="0"/>
                </a:lnTo>
                <a:lnTo>
                  <a:pt x="1274063" y="1620000"/>
                </a:lnTo>
                <a:lnTo>
                  <a:pt x="0" y="1620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9" name="图片占位符 30"/>
          <p:cNvSpPr>
            <a:spLocks noGrp="1"/>
          </p:cNvSpPr>
          <p:nvPr>
            <p:ph type="pic" sz="quarter" idx="21"/>
          </p:nvPr>
        </p:nvSpPr>
        <p:spPr>
          <a:xfrm>
            <a:off x="10402000" y="1416968"/>
            <a:ext cx="1274063" cy="1620000"/>
          </a:xfrm>
          <a:custGeom>
            <a:avLst/>
            <a:gdLst>
              <a:gd name="connsiteX0" fmla="*/ 0 w 1274063"/>
              <a:gd name="connsiteY0" fmla="*/ 0 h 1620000"/>
              <a:gd name="connsiteX1" fmla="*/ 1274063 w 1274063"/>
              <a:gd name="connsiteY1" fmla="*/ 0 h 1620000"/>
              <a:gd name="connsiteX2" fmla="*/ 1274063 w 1274063"/>
              <a:gd name="connsiteY2" fmla="*/ 1620000 h 1620000"/>
              <a:gd name="connsiteX3" fmla="*/ 0 w 1274063"/>
              <a:gd name="connsiteY3" fmla="*/ 1620000 h 16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4063" h="1620000">
                <a:moveTo>
                  <a:pt x="0" y="0"/>
                </a:moveTo>
                <a:lnTo>
                  <a:pt x="1274063" y="0"/>
                </a:lnTo>
                <a:lnTo>
                  <a:pt x="1274063" y="1620000"/>
                </a:lnTo>
                <a:lnTo>
                  <a:pt x="0" y="1620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0" name="文本占位符 32"/>
          <p:cNvSpPr>
            <a:spLocks noGrp="1"/>
          </p:cNvSpPr>
          <p:nvPr>
            <p:ph type="body" sz="quarter" idx="22" hasCustomPrompt="1"/>
          </p:nvPr>
        </p:nvSpPr>
        <p:spPr>
          <a:xfrm>
            <a:off x="620712" y="3269570"/>
            <a:ext cx="1064514" cy="31886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lvl="0"/>
            <a:r>
              <a:rPr lang="zh-CN" altLang="en-US" dirty="0"/>
              <a:t>姓名</a:t>
            </a:r>
            <a:endParaRPr lang="zh-CN" altLang="en-US" dirty="0"/>
          </a:p>
        </p:txBody>
      </p:sp>
      <p:sp>
        <p:nvSpPr>
          <p:cNvPr id="21" name="文本占位符 32"/>
          <p:cNvSpPr>
            <a:spLocks noGrp="1"/>
          </p:cNvSpPr>
          <p:nvPr>
            <p:ph type="body" sz="quarter" idx="23" hasCustomPrompt="1"/>
          </p:nvPr>
        </p:nvSpPr>
        <p:spPr>
          <a:xfrm>
            <a:off x="2033007" y="3269570"/>
            <a:ext cx="1064514" cy="31886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lvl="0"/>
            <a:r>
              <a:rPr lang="zh-CN" altLang="en-US" dirty="0"/>
              <a:t>姓名</a:t>
            </a:r>
            <a:endParaRPr lang="zh-CN" altLang="en-US" dirty="0"/>
          </a:p>
        </p:txBody>
      </p:sp>
      <p:sp>
        <p:nvSpPr>
          <p:cNvPr id="22" name="文本占位符 32"/>
          <p:cNvSpPr>
            <a:spLocks noGrp="1"/>
          </p:cNvSpPr>
          <p:nvPr>
            <p:ph type="body" sz="quarter" idx="24" hasCustomPrompt="1"/>
          </p:nvPr>
        </p:nvSpPr>
        <p:spPr>
          <a:xfrm>
            <a:off x="3445302" y="3269570"/>
            <a:ext cx="1064514" cy="31886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lvl="0"/>
            <a:r>
              <a:rPr lang="zh-CN" altLang="en-US" dirty="0"/>
              <a:t>姓名</a:t>
            </a:r>
            <a:endParaRPr lang="zh-CN" altLang="en-US" dirty="0"/>
          </a:p>
        </p:txBody>
      </p:sp>
      <p:sp>
        <p:nvSpPr>
          <p:cNvPr id="23" name="文本占位符 32"/>
          <p:cNvSpPr>
            <a:spLocks noGrp="1"/>
          </p:cNvSpPr>
          <p:nvPr>
            <p:ph type="body" sz="quarter" idx="25" hasCustomPrompt="1"/>
          </p:nvPr>
        </p:nvSpPr>
        <p:spPr>
          <a:xfrm>
            <a:off x="4857597" y="3269570"/>
            <a:ext cx="1064514" cy="31886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lvl="0"/>
            <a:r>
              <a:rPr lang="zh-CN" altLang="en-US" dirty="0"/>
              <a:t>姓名</a:t>
            </a:r>
            <a:endParaRPr lang="zh-CN" altLang="en-US" dirty="0"/>
          </a:p>
        </p:txBody>
      </p:sp>
      <p:sp>
        <p:nvSpPr>
          <p:cNvPr id="24" name="文本占位符 32"/>
          <p:cNvSpPr>
            <a:spLocks noGrp="1"/>
          </p:cNvSpPr>
          <p:nvPr>
            <p:ph type="body" sz="quarter" idx="26" hasCustomPrompt="1"/>
          </p:nvPr>
        </p:nvSpPr>
        <p:spPr>
          <a:xfrm>
            <a:off x="6269892" y="3269570"/>
            <a:ext cx="1064514" cy="31886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lvl="0"/>
            <a:r>
              <a:rPr lang="zh-CN" altLang="en-US" dirty="0"/>
              <a:t>姓名</a:t>
            </a:r>
            <a:endParaRPr lang="zh-CN" altLang="en-US" dirty="0"/>
          </a:p>
        </p:txBody>
      </p:sp>
      <p:sp>
        <p:nvSpPr>
          <p:cNvPr id="25" name="文本占位符 32"/>
          <p:cNvSpPr>
            <a:spLocks noGrp="1"/>
          </p:cNvSpPr>
          <p:nvPr>
            <p:ph type="body" sz="quarter" idx="27" hasCustomPrompt="1"/>
          </p:nvPr>
        </p:nvSpPr>
        <p:spPr>
          <a:xfrm>
            <a:off x="7682187" y="3269570"/>
            <a:ext cx="1064514" cy="31886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lvl="0"/>
            <a:r>
              <a:rPr lang="zh-CN" altLang="en-US" dirty="0"/>
              <a:t>姓名</a:t>
            </a:r>
            <a:endParaRPr lang="zh-CN" altLang="en-US" dirty="0"/>
          </a:p>
        </p:txBody>
      </p:sp>
      <p:sp>
        <p:nvSpPr>
          <p:cNvPr id="26" name="文本占位符 32"/>
          <p:cNvSpPr>
            <a:spLocks noGrp="1"/>
          </p:cNvSpPr>
          <p:nvPr>
            <p:ph type="body" sz="quarter" idx="28" hasCustomPrompt="1"/>
          </p:nvPr>
        </p:nvSpPr>
        <p:spPr>
          <a:xfrm>
            <a:off x="9094482" y="3269570"/>
            <a:ext cx="1064514" cy="31886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lvl="0"/>
            <a:r>
              <a:rPr lang="zh-CN" altLang="en-US" dirty="0"/>
              <a:t>姓名</a:t>
            </a:r>
            <a:endParaRPr lang="zh-CN" altLang="en-US" dirty="0"/>
          </a:p>
        </p:txBody>
      </p:sp>
      <p:sp>
        <p:nvSpPr>
          <p:cNvPr id="27" name="文本占位符 32"/>
          <p:cNvSpPr>
            <a:spLocks noGrp="1"/>
          </p:cNvSpPr>
          <p:nvPr>
            <p:ph type="body" sz="quarter" idx="29" hasCustomPrompt="1"/>
          </p:nvPr>
        </p:nvSpPr>
        <p:spPr>
          <a:xfrm>
            <a:off x="10506774" y="3269570"/>
            <a:ext cx="1064514" cy="31886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lvl="0"/>
            <a:r>
              <a:rPr lang="zh-CN" altLang="en-US" dirty="0"/>
              <a:t>姓名</a:t>
            </a:r>
            <a:endParaRPr lang="zh-CN" altLang="en-US" dirty="0"/>
          </a:p>
        </p:txBody>
      </p:sp>
      <p:sp>
        <p:nvSpPr>
          <p:cNvPr id="28" name="图片占位符 57"/>
          <p:cNvSpPr>
            <a:spLocks noGrp="1"/>
          </p:cNvSpPr>
          <p:nvPr>
            <p:ph type="pic" sz="quarter" idx="30"/>
          </p:nvPr>
        </p:nvSpPr>
        <p:spPr>
          <a:xfrm>
            <a:off x="515938" y="3958149"/>
            <a:ext cx="1274063" cy="1620000"/>
          </a:xfrm>
          <a:custGeom>
            <a:avLst/>
            <a:gdLst>
              <a:gd name="connsiteX0" fmla="*/ 0 w 1274063"/>
              <a:gd name="connsiteY0" fmla="*/ 0 h 1620000"/>
              <a:gd name="connsiteX1" fmla="*/ 1274063 w 1274063"/>
              <a:gd name="connsiteY1" fmla="*/ 0 h 1620000"/>
              <a:gd name="connsiteX2" fmla="*/ 1274063 w 1274063"/>
              <a:gd name="connsiteY2" fmla="*/ 1620000 h 1620000"/>
              <a:gd name="connsiteX3" fmla="*/ 0 w 1274063"/>
              <a:gd name="connsiteY3" fmla="*/ 1620000 h 16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4063" h="1620000">
                <a:moveTo>
                  <a:pt x="0" y="0"/>
                </a:moveTo>
                <a:lnTo>
                  <a:pt x="1274063" y="0"/>
                </a:lnTo>
                <a:lnTo>
                  <a:pt x="1274063" y="1620000"/>
                </a:lnTo>
                <a:lnTo>
                  <a:pt x="0" y="1620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29" name="图片占位符 58"/>
          <p:cNvSpPr>
            <a:spLocks noGrp="1"/>
          </p:cNvSpPr>
          <p:nvPr>
            <p:ph type="pic" sz="quarter" idx="31"/>
          </p:nvPr>
        </p:nvSpPr>
        <p:spPr>
          <a:xfrm>
            <a:off x="1928233" y="3958149"/>
            <a:ext cx="1274063" cy="1620000"/>
          </a:xfrm>
          <a:custGeom>
            <a:avLst/>
            <a:gdLst>
              <a:gd name="connsiteX0" fmla="*/ 0 w 1274063"/>
              <a:gd name="connsiteY0" fmla="*/ 0 h 1620000"/>
              <a:gd name="connsiteX1" fmla="*/ 1274063 w 1274063"/>
              <a:gd name="connsiteY1" fmla="*/ 0 h 1620000"/>
              <a:gd name="connsiteX2" fmla="*/ 1274063 w 1274063"/>
              <a:gd name="connsiteY2" fmla="*/ 1620000 h 1620000"/>
              <a:gd name="connsiteX3" fmla="*/ 0 w 1274063"/>
              <a:gd name="connsiteY3" fmla="*/ 1620000 h 16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4063" h="1620000">
                <a:moveTo>
                  <a:pt x="0" y="0"/>
                </a:moveTo>
                <a:lnTo>
                  <a:pt x="1274063" y="0"/>
                </a:lnTo>
                <a:lnTo>
                  <a:pt x="1274063" y="1620000"/>
                </a:lnTo>
                <a:lnTo>
                  <a:pt x="0" y="1620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30" name="图片占位符 59"/>
          <p:cNvSpPr>
            <a:spLocks noGrp="1"/>
          </p:cNvSpPr>
          <p:nvPr>
            <p:ph type="pic" sz="quarter" idx="32"/>
          </p:nvPr>
        </p:nvSpPr>
        <p:spPr>
          <a:xfrm>
            <a:off x="3340528" y="3958149"/>
            <a:ext cx="1274063" cy="1620000"/>
          </a:xfrm>
          <a:custGeom>
            <a:avLst/>
            <a:gdLst>
              <a:gd name="connsiteX0" fmla="*/ 0 w 1274063"/>
              <a:gd name="connsiteY0" fmla="*/ 0 h 1620000"/>
              <a:gd name="connsiteX1" fmla="*/ 1274063 w 1274063"/>
              <a:gd name="connsiteY1" fmla="*/ 0 h 1620000"/>
              <a:gd name="connsiteX2" fmla="*/ 1274063 w 1274063"/>
              <a:gd name="connsiteY2" fmla="*/ 1620000 h 1620000"/>
              <a:gd name="connsiteX3" fmla="*/ 0 w 1274063"/>
              <a:gd name="connsiteY3" fmla="*/ 1620000 h 16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4063" h="1620000">
                <a:moveTo>
                  <a:pt x="0" y="0"/>
                </a:moveTo>
                <a:lnTo>
                  <a:pt x="1274063" y="0"/>
                </a:lnTo>
                <a:lnTo>
                  <a:pt x="1274063" y="1620000"/>
                </a:lnTo>
                <a:lnTo>
                  <a:pt x="0" y="1620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31" name="图片占位符 60"/>
          <p:cNvSpPr>
            <a:spLocks noGrp="1"/>
          </p:cNvSpPr>
          <p:nvPr>
            <p:ph type="pic" sz="quarter" idx="33"/>
          </p:nvPr>
        </p:nvSpPr>
        <p:spPr>
          <a:xfrm>
            <a:off x="4752823" y="3958149"/>
            <a:ext cx="1274063" cy="1620000"/>
          </a:xfrm>
          <a:custGeom>
            <a:avLst/>
            <a:gdLst>
              <a:gd name="connsiteX0" fmla="*/ 0 w 1274063"/>
              <a:gd name="connsiteY0" fmla="*/ 0 h 1620000"/>
              <a:gd name="connsiteX1" fmla="*/ 1274063 w 1274063"/>
              <a:gd name="connsiteY1" fmla="*/ 0 h 1620000"/>
              <a:gd name="connsiteX2" fmla="*/ 1274063 w 1274063"/>
              <a:gd name="connsiteY2" fmla="*/ 1620000 h 1620000"/>
              <a:gd name="connsiteX3" fmla="*/ 0 w 1274063"/>
              <a:gd name="connsiteY3" fmla="*/ 1620000 h 16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4063" h="1620000">
                <a:moveTo>
                  <a:pt x="0" y="0"/>
                </a:moveTo>
                <a:lnTo>
                  <a:pt x="1274063" y="0"/>
                </a:lnTo>
                <a:lnTo>
                  <a:pt x="1274063" y="1620000"/>
                </a:lnTo>
                <a:lnTo>
                  <a:pt x="0" y="1620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32" name="图片占位符 61"/>
          <p:cNvSpPr>
            <a:spLocks noGrp="1"/>
          </p:cNvSpPr>
          <p:nvPr>
            <p:ph type="pic" sz="quarter" idx="34"/>
          </p:nvPr>
        </p:nvSpPr>
        <p:spPr>
          <a:xfrm>
            <a:off x="6165118" y="3958149"/>
            <a:ext cx="1274063" cy="1620000"/>
          </a:xfrm>
          <a:custGeom>
            <a:avLst/>
            <a:gdLst>
              <a:gd name="connsiteX0" fmla="*/ 0 w 1274063"/>
              <a:gd name="connsiteY0" fmla="*/ 0 h 1620000"/>
              <a:gd name="connsiteX1" fmla="*/ 1274063 w 1274063"/>
              <a:gd name="connsiteY1" fmla="*/ 0 h 1620000"/>
              <a:gd name="connsiteX2" fmla="*/ 1274063 w 1274063"/>
              <a:gd name="connsiteY2" fmla="*/ 1620000 h 1620000"/>
              <a:gd name="connsiteX3" fmla="*/ 0 w 1274063"/>
              <a:gd name="connsiteY3" fmla="*/ 1620000 h 16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4063" h="1620000">
                <a:moveTo>
                  <a:pt x="0" y="0"/>
                </a:moveTo>
                <a:lnTo>
                  <a:pt x="1274063" y="0"/>
                </a:lnTo>
                <a:lnTo>
                  <a:pt x="1274063" y="1620000"/>
                </a:lnTo>
                <a:lnTo>
                  <a:pt x="0" y="1620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33" name="图片占位符 62"/>
          <p:cNvSpPr>
            <a:spLocks noGrp="1"/>
          </p:cNvSpPr>
          <p:nvPr>
            <p:ph type="pic" sz="quarter" idx="35"/>
          </p:nvPr>
        </p:nvSpPr>
        <p:spPr>
          <a:xfrm>
            <a:off x="7577413" y="3958149"/>
            <a:ext cx="1274063" cy="1620000"/>
          </a:xfrm>
          <a:custGeom>
            <a:avLst/>
            <a:gdLst>
              <a:gd name="connsiteX0" fmla="*/ 0 w 1274063"/>
              <a:gd name="connsiteY0" fmla="*/ 0 h 1620000"/>
              <a:gd name="connsiteX1" fmla="*/ 1274063 w 1274063"/>
              <a:gd name="connsiteY1" fmla="*/ 0 h 1620000"/>
              <a:gd name="connsiteX2" fmla="*/ 1274063 w 1274063"/>
              <a:gd name="connsiteY2" fmla="*/ 1620000 h 1620000"/>
              <a:gd name="connsiteX3" fmla="*/ 0 w 1274063"/>
              <a:gd name="connsiteY3" fmla="*/ 1620000 h 16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4063" h="1620000">
                <a:moveTo>
                  <a:pt x="0" y="0"/>
                </a:moveTo>
                <a:lnTo>
                  <a:pt x="1274063" y="0"/>
                </a:lnTo>
                <a:lnTo>
                  <a:pt x="1274063" y="1620000"/>
                </a:lnTo>
                <a:lnTo>
                  <a:pt x="0" y="1620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34" name="图片占位符 63"/>
          <p:cNvSpPr>
            <a:spLocks noGrp="1"/>
          </p:cNvSpPr>
          <p:nvPr>
            <p:ph type="pic" sz="quarter" idx="36"/>
          </p:nvPr>
        </p:nvSpPr>
        <p:spPr>
          <a:xfrm>
            <a:off x="8989708" y="3958149"/>
            <a:ext cx="1274063" cy="1620000"/>
          </a:xfrm>
          <a:custGeom>
            <a:avLst/>
            <a:gdLst>
              <a:gd name="connsiteX0" fmla="*/ 0 w 1274063"/>
              <a:gd name="connsiteY0" fmla="*/ 0 h 1620000"/>
              <a:gd name="connsiteX1" fmla="*/ 1274063 w 1274063"/>
              <a:gd name="connsiteY1" fmla="*/ 0 h 1620000"/>
              <a:gd name="connsiteX2" fmla="*/ 1274063 w 1274063"/>
              <a:gd name="connsiteY2" fmla="*/ 1620000 h 1620000"/>
              <a:gd name="connsiteX3" fmla="*/ 0 w 1274063"/>
              <a:gd name="connsiteY3" fmla="*/ 1620000 h 16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4063" h="1620000">
                <a:moveTo>
                  <a:pt x="0" y="0"/>
                </a:moveTo>
                <a:lnTo>
                  <a:pt x="1274063" y="0"/>
                </a:lnTo>
                <a:lnTo>
                  <a:pt x="1274063" y="1620000"/>
                </a:lnTo>
                <a:lnTo>
                  <a:pt x="0" y="1620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35" name="图片占位符 64"/>
          <p:cNvSpPr>
            <a:spLocks noGrp="1"/>
          </p:cNvSpPr>
          <p:nvPr>
            <p:ph type="pic" sz="quarter" idx="37"/>
          </p:nvPr>
        </p:nvSpPr>
        <p:spPr>
          <a:xfrm>
            <a:off x="10402000" y="3958149"/>
            <a:ext cx="1274063" cy="1620000"/>
          </a:xfrm>
          <a:custGeom>
            <a:avLst/>
            <a:gdLst>
              <a:gd name="connsiteX0" fmla="*/ 0 w 1274063"/>
              <a:gd name="connsiteY0" fmla="*/ 0 h 1620000"/>
              <a:gd name="connsiteX1" fmla="*/ 1274063 w 1274063"/>
              <a:gd name="connsiteY1" fmla="*/ 0 h 1620000"/>
              <a:gd name="connsiteX2" fmla="*/ 1274063 w 1274063"/>
              <a:gd name="connsiteY2" fmla="*/ 1620000 h 1620000"/>
              <a:gd name="connsiteX3" fmla="*/ 0 w 1274063"/>
              <a:gd name="connsiteY3" fmla="*/ 1620000 h 16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4063" h="1620000">
                <a:moveTo>
                  <a:pt x="0" y="0"/>
                </a:moveTo>
                <a:lnTo>
                  <a:pt x="1274063" y="0"/>
                </a:lnTo>
                <a:lnTo>
                  <a:pt x="1274063" y="1620000"/>
                </a:lnTo>
                <a:lnTo>
                  <a:pt x="0" y="1620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36" name="文本占位符 32"/>
          <p:cNvSpPr>
            <a:spLocks noGrp="1"/>
          </p:cNvSpPr>
          <p:nvPr>
            <p:ph type="body" sz="quarter" idx="38" hasCustomPrompt="1"/>
          </p:nvPr>
        </p:nvSpPr>
        <p:spPr>
          <a:xfrm>
            <a:off x="620712" y="5810751"/>
            <a:ext cx="1064514" cy="31886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lvl="0"/>
            <a:r>
              <a:rPr lang="zh-CN" altLang="en-US" dirty="0"/>
              <a:t>姓名</a:t>
            </a:r>
            <a:endParaRPr lang="zh-CN" altLang="en-US" dirty="0"/>
          </a:p>
        </p:txBody>
      </p:sp>
      <p:sp>
        <p:nvSpPr>
          <p:cNvPr id="37" name="文本占位符 32"/>
          <p:cNvSpPr>
            <a:spLocks noGrp="1"/>
          </p:cNvSpPr>
          <p:nvPr>
            <p:ph type="body" sz="quarter" idx="39" hasCustomPrompt="1"/>
          </p:nvPr>
        </p:nvSpPr>
        <p:spPr>
          <a:xfrm>
            <a:off x="2033007" y="5810751"/>
            <a:ext cx="1064514" cy="31886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lvl="0"/>
            <a:r>
              <a:rPr lang="zh-CN" altLang="en-US" dirty="0"/>
              <a:t>姓名</a:t>
            </a:r>
            <a:endParaRPr lang="zh-CN" altLang="en-US" dirty="0"/>
          </a:p>
        </p:txBody>
      </p:sp>
      <p:sp>
        <p:nvSpPr>
          <p:cNvPr id="38" name="文本占位符 32"/>
          <p:cNvSpPr>
            <a:spLocks noGrp="1"/>
          </p:cNvSpPr>
          <p:nvPr>
            <p:ph type="body" sz="quarter" idx="40" hasCustomPrompt="1"/>
          </p:nvPr>
        </p:nvSpPr>
        <p:spPr>
          <a:xfrm>
            <a:off x="3445302" y="5810751"/>
            <a:ext cx="1064514" cy="31886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lvl="0"/>
            <a:r>
              <a:rPr lang="zh-CN" altLang="en-US" dirty="0"/>
              <a:t>姓名</a:t>
            </a:r>
            <a:endParaRPr lang="zh-CN" altLang="en-US" dirty="0"/>
          </a:p>
        </p:txBody>
      </p:sp>
      <p:sp>
        <p:nvSpPr>
          <p:cNvPr id="39" name="文本占位符 32"/>
          <p:cNvSpPr>
            <a:spLocks noGrp="1"/>
          </p:cNvSpPr>
          <p:nvPr>
            <p:ph type="body" sz="quarter" idx="41" hasCustomPrompt="1"/>
          </p:nvPr>
        </p:nvSpPr>
        <p:spPr>
          <a:xfrm>
            <a:off x="4857597" y="5810751"/>
            <a:ext cx="1064514" cy="31886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lvl="0"/>
            <a:r>
              <a:rPr lang="zh-CN" altLang="en-US" dirty="0"/>
              <a:t>姓名</a:t>
            </a:r>
            <a:endParaRPr lang="zh-CN" altLang="en-US" dirty="0"/>
          </a:p>
        </p:txBody>
      </p:sp>
      <p:sp>
        <p:nvSpPr>
          <p:cNvPr id="40" name="文本占位符 32"/>
          <p:cNvSpPr>
            <a:spLocks noGrp="1"/>
          </p:cNvSpPr>
          <p:nvPr>
            <p:ph type="body" sz="quarter" idx="42" hasCustomPrompt="1"/>
          </p:nvPr>
        </p:nvSpPr>
        <p:spPr>
          <a:xfrm>
            <a:off x="6269892" y="5810751"/>
            <a:ext cx="1064514" cy="31886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lvl="0"/>
            <a:r>
              <a:rPr lang="zh-CN" altLang="en-US" dirty="0"/>
              <a:t>姓名</a:t>
            </a:r>
            <a:endParaRPr lang="zh-CN" altLang="en-US" dirty="0"/>
          </a:p>
        </p:txBody>
      </p:sp>
      <p:sp>
        <p:nvSpPr>
          <p:cNvPr id="41" name="文本占位符 32"/>
          <p:cNvSpPr>
            <a:spLocks noGrp="1"/>
          </p:cNvSpPr>
          <p:nvPr>
            <p:ph type="body" sz="quarter" idx="43" hasCustomPrompt="1"/>
          </p:nvPr>
        </p:nvSpPr>
        <p:spPr>
          <a:xfrm>
            <a:off x="7682187" y="5810751"/>
            <a:ext cx="1064514" cy="31886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lvl="0"/>
            <a:r>
              <a:rPr lang="zh-CN" altLang="en-US" dirty="0"/>
              <a:t>姓名</a:t>
            </a:r>
            <a:endParaRPr lang="zh-CN" altLang="en-US" dirty="0"/>
          </a:p>
        </p:txBody>
      </p:sp>
      <p:sp>
        <p:nvSpPr>
          <p:cNvPr id="42" name="文本占位符 32"/>
          <p:cNvSpPr>
            <a:spLocks noGrp="1"/>
          </p:cNvSpPr>
          <p:nvPr>
            <p:ph type="body" sz="quarter" idx="44" hasCustomPrompt="1"/>
          </p:nvPr>
        </p:nvSpPr>
        <p:spPr>
          <a:xfrm>
            <a:off x="9094482" y="5810751"/>
            <a:ext cx="1064514" cy="31886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lvl="0"/>
            <a:r>
              <a:rPr lang="zh-CN" altLang="en-US" dirty="0"/>
              <a:t>姓名</a:t>
            </a:r>
            <a:endParaRPr lang="zh-CN" altLang="en-US" dirty="0"/>
          </a:p>
        </p:txBody>
      </p:sp>
      <p:sp>
        <p:nvSpPr>
          <p:cNvPr id="43" name="文本占位符 32"/>
          <p:cNvSpPr>
            <a:spLocks noGrp="1"/>
          </p:cNvSpPr>
          <p:nvPr>
            <p:ph type="body" sz="quarter" idx="45" hasCustomPrompt="1"/>
          </p:nvPr>
        </p:nvSpPr>
        <p:spPr>
          <a:xfrm>
            <a:off x="10506774" y="5810751"/>
            <a:ext cx="1064514" cy="31886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lvl="0"/>
            <a:r>
              <a:rPr lang="zh-CN" altLang="en-US" dirty="0"/>
              <a:t>姓名</a:t>
            </a:r>
            <a:endParaRPr lang="zh-CN" altLang="en-US" dirty="0"/>
          </a:p>
        </p:txBody>
      </p:sp>
      <p:sp>
        <p:nvSpPr>
          <p:cNvPr id="44" name="矩形 43"/>
          <p:cNvSpPr/>
          <p:nvPr userDrawn="1"/>
        </p:nvSpPr>
        <p:spPr>
          <a:xfrm>
            <a:off x="0" y="6348489"/>
            <a:ext cx="12192000" cy="509511"/>
          </a:xfrm>
          <a:prstGeom prst="rect">
            <a:avLst/>
          </a:prstGeom>
          <a:solidFill>
            <a:srgbClr val="284C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文本框 44"/>
          <p:cNvSpPr txBox="1"/>
          <p:nvPr userDrawn="1"/>
        </p:nvSpPr>
        <p:spPr>
          <a:xfrm>
            <a:off x="10033462" y="6418578"/>
            <a:ext cx="21585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503050405090304" pitchFamily="18" charset="0"/>
                <a:ea typeface="等线" panose="02010600030101010101" pitchFamily="2" charset="-122"/>
                <a:cs typeface="Times New Roman" panose="02020503050405090304" pitchFamily="18" charset="0"/>
              </a:rPr>
              <a:t xml:space="preserve">MPEI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503050405090304" pitchFamily="18" charset="0"/>
                <a:ea typeface="等线" panose="02010600030101010101" pitchFamily="2" charset="-122"/>
                <a:cs typeface="Times New Roman" panose="02020503050405090304" pitchFamily="18" charset="0"/>
              </a:rPr>
              <a:t>Lab@BUPT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503050405090304" pitchFamily="18" charset="0"/>
              <a:ea typeface="等线" panose="02010600030101010101" pitchFamily="2" charset="-122"/>
              <a:cs typeface="Times New Roman" panose="02020503050405090304" pitchFamily="18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纯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3"/>
          </p:nvPr>
        </p:nvSpPr>
        <p:spPr>
          <a:xfrm>
            <a:off x="1595438" y="133086"/>
            <a:ext cx="9001125" cy="66833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000" b="1">
                <a:solidFill>
                  <a:srgbClr val="D22828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0693400" y="204788"/>
            <a:ext cx="1346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/>
          <a:p>
            <a:pPr algn="r" eaLnBrk="1" fontAlgn="base" hangingPunct="1"/>
            <a:fld id="{9A0DB2DC-4C9A-4742-B13C-FB6460FD3503}" type="slidenum">
              <a:rPr lang="zh-CN" altLang="en-US" strike="noStrike" noProof="1" dirty="0"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文字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4"/>
          </p:nvPr>
        </p:nvSpPr>
        <p:spPr>
          <a:xfrm>
            <a:off x="515937" y="1104900"/>
            <a:ext cx="11160125" cy="5016500"/>
          </a:xfrm>
          <a:prstGeom prst="rect">
            <a:avLst/>
          </a:prstGeom>
        </p:spPr>
        <p:txBody>
          <a:bodyPr/>
          <a:lstStyle>
            <a:lvl1pPr marL="449580" indent="-449580">
              <a:lnSpc>
                <a:spcPct val="110000"/>
              </a:lnSpc>
              <a:buClr>
                <a:srgbClr val="883F92"/>
              </a:buClr>
              <a:buFont typeface="Wingdings" panose="05000000000000000000" pitchFamily="2" charset="2"/>
              <a:buChar char="p"/>
              <a:defRPr sz="3200" b="1">
                <a:solidFill>
                  <a:srgbClr val="4D4D4D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897255" indent="-440055">
              <a:lnSpc>
                <a:spcPct val="110000"/>
              </a:lnSpc>
              <a:buClr>
                <a:srgbClr val="883F92"/>
              </a:buClr>
              <a:buFont typeface="Wingdings" panose="05000000000000000000" pitchFamily="2" charset="2"/>
              <a:buChar char="n"/>
              <a:defRPr sz="2800">
                <a:solidFill>
                  <a:srgbClr val="4D4D4D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252855" indent="-338455">
              <a:lnSpc>
                <a:spcPct val="110000"/>
              </a:lnSpc>
              <a:buClr>
                <a:srgbClr val="883F92"/>
              </a:buClr>
              <a:buFont typeface="Wingdings" panose="05000000000000000000" pitchFamily="2" charset="2"/>
              <a:buChar char="n"/>
              <a:defRPr sz="2400">
                <a:solidFill>
                  <a:srgbClr val="4D4D4D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701800" indent="-330200">
              <a:lnSpc>
                <a:spcPct val="110000"/>
              </a:lnSpc>
              <a:buClr>
                <a:srgbClr val="883F92"/>
              </a:buClr>
              <a:buFont typeface="Wingdings" panose="05000000000000000000" pitchFamily="2" charset="2"/>
              <a:buChar char="n"/>
              <a:defRPr sz="2000">
                <a:solidFill>
                  <a:srgbClr val="4D4D4D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151380" indent="-322580">
              <a:lnSpc>
                <a:spcPct val="110000"/>
              </a:lnSpc>
              <a:buClr>
                <a:srgbClr val="883F92"/>
              </a:buClr>
              <a:buFont typeface="Wingdings" panose="05000000000000000000" pitchFamily="2" charset="2"/>
              <a:buChar char="n"/>
              <a:defRPr sz="2000">
                <a:solidFill>
                  <a:srgbClr val="4D4D4D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五级</a:t>
            </a:r>
            <a:endParaRPr lang="zh-CN" altLang="en-US" strike="noStrike" noProof="1"/>
          </a:p>
        </p:txBody>
      </p:sp>
      <p:sp>
        <p:nvSpPr>
          <p:cNvPr id="5" name="文本占位符 11"/>
          <p:cNvSpPr>
            <a:spLocks noGrp="1"/>
          </p:cNvSpPr>
          <p:nvPr>
            <p:ph type="body" sz="quarter" idx="13"/>
          </p:nvPr>
        </p:nvSpPr>
        <p:spPr>
          <a:xfrm>
            <a:off x="1595438" y="133086"/>
            <a:ext cx="9001125" cy="66833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000" b="1">
                <a:solidFill>
                  <a:srgbClr val="D22828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0693400" y="204788"/>
            <a:ext cx="1346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/>
          <a:p>
            <a:pPr algn="r" eaLnBrk="1" fontAlgn="base" hangingPunct="1"/>
            <a:fld id="{9A0DB2DC-4C9A-4742-B13C-FB6460FD3503}" type="slidenum">
              <a:rPr lang="zh-CN" altLang="en-US" strike="noStrike" noProof="1" dirty="0"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95960" y="360000"/>
            <a:ext cx="10800000" cy="720000"/>
          </a:xfrm>
        </p:spPr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95960" y="6356350"/>
            <a:ext cx="2743200" cy="365125"/>
          </a:xfrm>
        </p:spPr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?>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D8FA87-2066-4F13-B759-A574B0145E8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6BE56B-F9F2-41E5-8E45-ECCDC0DB1AC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7.xml.rels><?xml version="1.0" encoding="UTF-8"?>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8.xml.rels><?xml version="1.0" encoding="UTF-8"?>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9.xml.rels><?xml version="1.0" encoding="UTF-8"?>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>
            <a:spLocks noGrp="1"/>
          </p:cNvSpPr>
          <p:nvPr/>
        </p:nvSpPr>
        <p:spPr>
          <a:xfrm>
            <a:off x="874712" y="909864"/>
            <a:ext cx="10442575" cy="8636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algn="ctr"/>
            <a:r>
              <a:rPr lang="zh-CN" altLang="en-US" sz="3200" b="1" dirty="0">
                <a:solidFill>
                  <a:srgbClr val="2F5597"/>
                </a:solidFill>
                <a:latin typeface="微软雅黑" panose="020B0503020204020204" charset="-122"/>
                <a:ea typeface="微软雅黑" panose="020B0503020204020204" charset="-122"/>
              </a:rPr>
              <a:t>北京邮电大学 智能工程与自动化学院</a:t>
            </a:r>
            <a:endParaRPr lang="zh-CN" altLang="en-US" sz="3200" b="1" dirty="0">
              <a:solidFill>
                <a:srgbClr val="2F559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0"/>
          <p:cNvSpPr txBox="1"/>
          <p:nvPr/>
        </p:nvSpPr>
        <p:spPr>
          <a:xfrm>
            <a:off x="3881438" y="4603658"/>
            <a:ext cx="4276090" cy="11271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lnSpc>
                <a:spcPts val="4040"/>
              </a:lnSpc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汇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 xml:space="preserve"> 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报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 xml:space="preserve"> 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人：乐书豪</a:t>
            </a:r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ts val="4040"/>
              </a:lnSpc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日    期：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2026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年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月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8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日</a:t>
            </a:r>
            <a:endParaRPr lang="zh-CN" altLang="en-US" sz="3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1811517" y="2930342"/>
            <a:ext cx="9180137" cy="1265738"/>
          </a:xfrm>
        </p:spPr>
        <p:txBody>
          <a:bodyPr>
            <a:normAutofit lnSpcReduction="10000"/>
          </a:bodyPr>
          <a:lstStyle/>
          <a:p>
            <a:pPr>
              <a:lnSpc>
                <a:spcPct val="120000"/>
              </a:lnSpc>
            </a:pPr>
            <a:r>
              <a:rPr lang="zh-CN" alt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OpenEQA ScanNet MNAS 73.1 #1</a:t>
            </a:r>
            <a:endParaRPr lang="zh-CN" alt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0" y="1844675"/>
            <a:ext cx="12192000" cy="221869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b="1" kern="120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黑体" panose="02010609060101010101" pitchFamily="49" charset="-122"/>
                <a:cs typeface="Times New Roman" panose="02020503050405090304" pitchFamily="18" charset="0"/>
              </a:defRPr>
            </a:lvl1pPr>
          </a:lstStyle>
          <a:p>
            <a:r>
              <a:rPr lang="en-US" altLang="zh-CN" sz="6600" dirty="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3D场景理解中的</a:t>
            </a:r>
            <a:r>
              <a:rPr lang="zh-CN" altLang="en-US" sz="6600" dirty="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证据搜索型VLM Agent</a:t>
            </a:r>
            <a:endParaRPr lang="en-US" altLang="zh-CN" sz="6600" dirty="0">
              <a:solidFill>
                <a:schemeClr val="accent1"/>
              </a:solidFill>
              <a:effectLst/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6600" dirty="0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组会汇报</a:t>
            </a:r>
            <a:endParaRPr lang="zh-CN" altLang="en-US" sz="6600" dirty="0">
              <a:solidFill>
                <a:schemeClr val="accent1"/>
              </a:solidFill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accent1"/>
                </a:solidFill>
              </a:rPr>
              <a:t>提纲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4"/>
          </p:nvPr>
        </p:nvSpPr>
        <p:spPr>
          <a:xfrm>
            <a:off x="4223657" y="1104900"/>
            <a:ext cx="3988526" cy="5016500"/>
          </a:xfrm>
        </p:spPr>
        <p:txBody>
          <a:bodyPr>
            <a:normAutofit/>
          </a:bodyPr>
          <a:lstStyle/>
          <a:p>
            <a:r>
              <a:rPr lang="zh-CN" altLang="en-US" dirty="0">
                <a:solidFill>
                  <a:schemeClr val="tx1"/>
                </a:solidFill>
              </a:rPr>
              <a:t>任务背景</a:t>
            </a:r>
            <a:endParaRPr lang="zh-CN" altLang="en-US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系统架构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迭代优化路径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排行榜与对比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按类别分析</a:t>
            </a:r>
            <a:endParaRPr lang="en-US" altLang="zh-CN" dirty="0">
              <a:solidFill>
                <a:schemeClr val="tx1"/>
              </a:solidFill>
            </a:endParaRPr>
          </a:p>
          <a:p>
            <a:pPr lvl="0"/>
            <a:r>
              <a:rPr lang="zh-CN" altLang="en-US" dirty="0">
                <a:solidFill>
                  <a:schemeClr val="tx1"/>
                </a:solidFill>
                <a:sym typeface="+mn-ea"/>
              </a:rPr>
              <a:t>Failure Analysis</a:t>
            </a:r>
            <a:endParaRPr lang="en-US" altLang="zh-CN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accent1"/>
                </a:solidFill>
              </a:rPr>
              <a:t>任务背景：OpenEQA (CVPR 2024)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38" name="文本占位符 7"/>
          <p:cNvSpPr>
            <a:spLocks noGrp="1"/>
          </p:cNvSpPr>
          <p:nvPr>
            <p:ph type="body" sz="quarter" idx="14"/>
          </p:nvPr>
        </p:nvSpPr>
        <p:spPr>
          <a:xfrm>
            <a:off x="515937" y="1104900"/>
            <a:ext cx="11160125" cy="5016500"/>
          </a:xfrm>
          <a:prstGeom prst="rect">
            <a:avLst/>
          </a:prstGeom>
        </p:spPr>
        <p:txBody>
          <a:bodyPr/>
          <a:lstStyle>
            <a:lvl1pPr marL="449580" indent="-449580">
              <a:lnSpc>
                <a:spcPct val="110000"/>
              </a:lnSpc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p"/>
              <a:defRPr sz="3200" b="1">
                <a:solidFill>
                  <a:srgbClr val="4D4D4D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897255" indent="-440055">
              <a:lnSpc>
                <a:spcPct val="110000"/>
              </a:lnSpc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n"/>
              <a:defRPr sz="2800">
                <a:solidFill>
                  <a:srgbClr val="4D4D4D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252855" indent="-338455">
              <a:lnSpc>
                <a:spcPct val="110000"/>
              </a:lnSpc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n"/>
              <a:defRPr sz="2400">
                <a:solidFill>
                  <a:srgbClr val="4D4D4D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701800" indent="-330200">
              <a:lnSpc>
                <a:spcPct val="110000"/>
              </a:lnSpc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n"/>
              <a:defRPr sz="2000">
                <a:solidFill>
                  <a:srgbClr val="4D4D4D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151380" indent="-322580">
              <a:lnSpc>
                <a:spcPct val="110000"/>
              </a:lnSpc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n"/>
              <a:defRPr sz="2000">
                <a:solidFill>
                  <a:srgbClr val="4D4D4D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</a:lstStyle>
          <a:p>
            <a:pPr lvl="0"/>
            <a:r>
              <a:rPr lang="zh-CN" altLang="en-US" b="0" dirty="0"/>
              <a:t>任务：</a:t>
            </a:r>
            <a:r>
              <a:rPr lang="en-US" altLang="zh-CN" b="0" dirty="0"/>
              <a:t xml:space="preserve">Embodied </a:t>
            </a:r>
            <a:r>
              <a:rPr lang="zh-CN" altLang="en-US" b="0" dirty="0"/>
              <a:t>Question</a:t>
            </a:r>
            <a:r>
              <a:rPr lang="en-US" altLang="zh-CN" b="0" dirty="0"/>
              <a:t xml:space="preserve"> </a:t>
            </a:r>
            <a:r>
              <a:rPr lang="zh-CN" altLang="en-US" b="0" dirty="0"/>
              <a:t xml:space="preserve"> Answering - 给定3D场景回答自然语言问题</a:t>
            </a:r>
            <a:endParaRPr lang="en-US" altLang="zh-CN" b="0" dirty="0"/>
          </a:p>
          <a:p>
            <a:pPr marL="0" lvl="0" indent="0">
              <a:buNone/>
            </a:pP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9615" y="1866900"/>
            <a:ext cx="8166100" cy="3124200"/>
          </a:xfrm>
          <a:prstGeom prst="rect">
            <a:avLst/>
          </a:prstGeom>
        </p:spPr>
      </p:pic>
      <p:sp>
        <p:nvSpPr>
          <p:cNvPr id="4" name="文本占位符 7"/>
          <p:cNvSpPr>
            <a:spLocks noGrp="1"/>
          </p:cNvSpPr>
          <p:nvPr/>
        </p:nvSpPr>
        <p:spPr>
          <a:xfrm>
            <a:off x="515620" y="5337175"/>
            <a:ext cx="10477500" cy="7842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49580" indent="-449580">
              <a:lnSpc>
                <a:spcPct val="110000"/>
              </a:lnSpc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p"/>
              <a:defRPr sz="3200" b="1">
                <a:solidFill>
                  <a:srgbClr val="4D4D4D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897255" indent="-440055">
              <a:lnSpc>
                <a:spcPct val="110000"/>
              </a:lnSpc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n"/>
              <a:defRPr sz="2800">
                <a:solidFill>
                  <a:srgbClr val="4D4D4D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252855" indent="-338455">
              <a:lnSpc>
                <a:spcPct val="110000"/>
              </a:lnSpc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n"/>
              <a:defRPr sz="2400">
                <a:solidFill>
                  <a:srgbClr val="4D4D4D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701800" indent="-330200">
              <a:lnSpc>
                <a:spcPct val="110000"/>
              </a:lnSpc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n"/>
              <a:defRPr sz="2000">
                <a:solidFill>
                  <a:srgbClr val="4D4D4D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151380" indent="-322580">
              <a:lnSpc>
                <a:spcPct val="110000"/>
              </a:lnSpc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n"/>
              <a:defRPr sz="2000">
                <a:solidFill>
                  <a:srgbClr val="4D4D4D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</a:lstStyle>
          <a:p>
            <a:pPr lvl="0"/>
            <a:r>
              <a:rPr lang="zh-CN" altLang="en-US" sz="2400" b="0" dirty="0"/>
              <a:t>数据</a:t>
            </a:r>
            <a:r>
              <a:rPr lang="en-US" altLang="zh-CN" sz="2400" b="0" dirty="0"/>
              <a:t>：</a:t>
            </a:r>
            <a:r>
              <a:rPr lang="zh-CN" altLang="en-US" sz="2400" b="0" dirty="0"/>
              <a:t>ScanNet 1200+问题, 89场景</a:t>
            </a:r>
            <a:r>
              <a:rPr lang="en-US" altLang="zh-CN" sz="2400" b="0" dirty="0"/>
              <a:t>、</a:t>
            </a:r>
            <a:r>
              <a:rPr lang="zh-CN" altLang="en-US" sz="2400" b="0" dirty="0"/>
              <a:t xml:space="preserve"> 指标MNAS(0-100), Human 87.7</a:t>
            </a:r>
            <a:endParaRPr lang="en-US" altLang="zh-CN" b="0" dirty="0"/>
          </a:p>
          <a:p>
            <a:pPr marL="0" lvl="0" indent="0">
              <a:buNone/>
            </a:pP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accent1"/>
                </a:solidFill>
              </a:rPr>
              <a:t>工作量总结与Next Steps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38" name="文本占位符 7"/>
          <p:cNvSpPr>
            <a:spLocks noGrp="1"/>
          </p:cNvSpPr>
          <p:nvPr>
            <p:ph type="body" sz="quarter" idx="14"/>
          </p:nvPr>
        </p:nvSpPr>
        <p:spPr>
          <a:xfrm>
            <a:off x="515937" y="1104900"/>
            <a:ext cx="11160125" cy="5016500"/>
          </a:xfrm>
          <a:prstGeom prst="rect">
            <a:avLst/>
          </a:prstGeom>
        </p:spPr>
        <p:txBody>
          <a:bodyPr/>
          <a:lstStyle>
            <a:lvl1pPr marL="449580" indent="-449580">
              <a:lnSpc>
                <a:spcPct val="110000"/>
              </a:lnSpc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p"/>
              <a:defRPr sz="3200" b="1">
                <a:solidFill>
                  <a:srgbClr val="4D4D4D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897255" indent="-440055">
              <a:lnSpc>
                <a:spcPct val="110000"/>
              </a:lnSpc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n"/>
              <a:defRPr sz="2800">
                <a:solidFill>
                  <a:srgbClr val="4D4D4D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252855" indent="-338455">
              <a:lnSpc>
                <a:spcPct val="110000"/>
              </a:lnSpc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n"/>
              <a:defRPr sz="2400">
                <a:solidFill>
                  <a:srgbClr val="4D4D4D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701800" indent="-330200">
              <a:lnSpc>
                <a:spcPct val="110000"/>
              </a:lnSpc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n"/>
              <a:defRPr sz="2000">
                <a:solidFill>
                  <a:srgbClr val="4D4D4D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151380" indent="-322580">
              <a:lnSpc>
                <a:spcPct val="110000"/>
              </a:lnSpc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n"/>
              <a:defRPr sz="2000">
                <a:solidFill>
                  <a:srgbClr val="4D4D4D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</a:lstStyle>
          <a:p>
            <a:pPr lvl="0"/>
            <a:r>
              <a:rPr lang="zh-CN" altLang="en-US" b="1" dirty="0"/>
              <a:t>完成工作量:</a:t>
            </a:r>
            <a:r>
              <a:rPr lang="zh-CN" altLang="en-US" b="0" dirty="0"/>
              <a:t xml:space="preserve"> 119文件 | +14,199行 | 32 commits | 6轮迭代</a:t>
            </a:r>
            <a:endParaRPr lang="zh-CN" altLang="en-US" b="0" dirty="0"/>
          </a:p>
          <a:p>
            <a:pPr lvl="0"/>
            <a:r>
              <a:rPr lang="zh-CN" altLang="en-US" b="0" dirty="0"/>
              <a:t>10次评估 | ~300 cases深度分析 | 30+ agent teams | 89场景enrichment</a:t>
            </a:r>
            <a:endParaRPr lang="zh-CN" altLang="en-US" b="0" dirty="0"/>
          </a:p>
          <a:p>
            <a:pPr lvl="0"/>
            <a:r>
              <a:rPr lang="zh-CN" altLang="en-US" b="1" dirty="0"/>
              <a:t>Next Steps:</a:t>
            </a:r>
            <a:endParaRPr lang="zh-CN" altLang="en-US" b="0" dirty="0"/>
          </a:p>
          <a:p>
            <a:pPr lvl="0"/>
            <a:r>
              <a:rPr lang="zh-CN" altLang="en-US" b="0" dirty="0"/>
              <a:t>1. Spatial Understanding提升(BEV+多视角) 2. 小物体检测(SAM v2)</a:t>
            </a:r>
            <a:endParaRPr lang="zh-CN" altLang="en-US" b="0" dirty="0"/>
          </a:p>
          <a:p>
            <a:pPr lvl="0"/>
            <a:r>
              <a:rPr lang="zh-CN" altLang="en-US" b="0" dirty="0"/>
              <a:t>3. World Knowledge(OCR集成) 4. HM3D数据集扩展</a:t>
            </a:r>
            <a:endParaRPr lang="zh-CN" altLang="en-US" b="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灯片编号占位符 2"/>
          <p:cNvSpPr>
            <a:spLocks noGrp="1"/>
          </p:cNvSpPr>
          <p:nvPr>
            <p:ph type="sldNum" sz="quarter" idx="4294967295"/>
          </p:nvPr>
        </p:nvSpPr>
        <p:spPr>
          <a:xfrm>
            <a:off x="10845800" y="205105"/>
            <a:ext cx="1346200" cy="365125"/>
          </a:xfrm>
          <a:noFill/>
          <a:ln>
            <a:noFill/>
          </a:ln>
        </p:spPr>
        <p:txBody>
          <a:bodyPr wrap="square" lIns="91440" tIns="45720" rIns="91440" bIns="45720"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SzTx/>
            </a:pPr>
            <a:fld id="{9A0DB2DC-4C9A-4742-B13C-FB6460FD3503}" type="slidenum">
              <a:rPr lang="zh-CN" altLang="en-US" sz="1200" b="1" dirty="0">
                <a:solidFill>
                  <a:srgbClr val="898989"/>
                </a:solidFill>
                <a:latin typeface="等线" panose="02010600030101010101" pitchFamily="2" charset="-122"/>
                <a:ea typeface="等线" panose="02010600030101010101" pitchFamily="2" charset="-122"/>
              </a:rPr>
            </a:fld>
            <a:endParaRPr lang="zh-CN" altLang="en-US" sz="1200" b="1" dirty="0">
              <a:solidFill>
                <a:srgbClr val="898989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0722" name="文本框 6"/>
          <p:cNvSpPr txBox="1"/>
          <p:nvPr/>
        </p:nvSpPr>
        <p:spPr>
          <a:xfrm>
            <a:off x="4849505" y="2921635"/>
            <a:ext cx="2492990" cy="101566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6000" b="1" dirty="0">
                <a:solidFill>
                  <a:srgbClr val="4472C4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谢谢！</a:t>
            </a:r>
            <a:endParaRPr lang="zh-CN" altLang="en-US" sz="6000" b="1" dirty="0">
              <a:solidFill>
                <a:srgbClr val="4472C4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accent1"/>
                </a:solidFill>
              </a:rPr>
              <a:t>系统架构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38" name="文本占位符 7"/>
          <p:cNvSpPr>
            <a:spLocks noGrp="1"/>
          </p:cNvSpPr>
          <p:nvPr>
            <p:ph type="body" sz="quarter" idx="14"/>
          </p:nvPr>
        </p:nvSpPr>
        <p:spPr>
          <a:xfrm>
            <a:off x="515937" y="1104900"/>
            <a:ext cx="11160125" cy="5016500"/>
          </a:xfrm>
          <a:prstGeom prst="rect">
            <a:avLst/>
          </a:prstGeom>
        </p:spPr>
        <p:txBody>
          <a:bodyPr/>
          <a:lstStyle>
            <a:lvl1pPr marL="449580" indent="-449580">
              <a:lnSpc>
                <a:spcPct val="110000"/>
              </a:lnSpc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p"/>
              <a:defRPr sz="3200" b="1">
                <a:solidFill>
                  <a:srgbClr val="4D4D4D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897255" indent="-440055">
              <a:lnSpc>
                <a:spcPct val="110000"/>
              </a:lnSpc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n"/>
              <a:defRPr sz="2800">
                <a:solidFill>
                  <a:srgbClr val="4D4D4D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252855" indent="-338455">
              <a:lnSpc>
                <a:spcPct val="110000"/>
              </a:lnSpc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n"/>
              <a:defRPr sz="2400">
                <a:solidFill>
                  <a:srgbClr val="4D4D4D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701800" indent="-330200">
              <a:lnSpc>
                <a:spcPct val="110000"/>
              </a:lnSpc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n"/>
              <a:defRPr sz="2000">
                <a:solidFill>
                  <a:srgbClr val="4D4D4D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151380" indent="-322580">
              <a:lnSpc>
                <a:spcPct val="110000"/>
              </a:lnSpc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n"/>
              <a:defRPr sz="2000">
                <a:solidFill>
                  <a:srgbClr val="4D4D4D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</a:lstStyle>
          <a:p>
            <a:pPr lvl="0"/>
            <a:r>
              <a:rPr lang="zh-CN" altLang="en-US" b="0" dirty="0"/>
              <a:t xml:space="preserve">Stage1: </a:t>
            </a:r>
            <a:r>
              <a:rPr lang="en-US" altLang="zh-CN" b="0" dirty="0"/>
              <a:t xml:space="preserve">Query-Driven </a:t>
            </a:r>
            <a:r>
              <a:rPr lang="zh-CN" altLang="en-US" b="0" dirty="0"/>
              <a:t>Keyframe</a:t>
            </a:r>
            <a:r>
              <a:rPr lang="en-US" altLang="zh-CN" b="0" dirty="0"/>
              <a:t xml:space="preserve"> </a:t>
            </a:r>
            <a:r>
              <a:rPr lang="zh-CN" altLang="en-US" b="0" dirty="0"/>
              <a:t xml:space="preserve"> Retrieval + LLM Enrichment(5097 objects)</a:t>
            </a:r>
            <a:endParaRPr lang="en-US" altLang="zh-CN" b="0" dirty="0"/>
          </a:p>
          <a:p>
            <a:pPr marL="0" lvl="0" indent="0">
              <a:buNone/>
            </a:pP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9615" y="1866900"/>
            <a:ext cx="8166100" cy="3124200"/>
          </a:xfrm>
          <a:prstGeom prst="rect">
            <a:avLst/>
          </a:prstGeom>
        </p:spPr>
      </p:pic>
      <p:sp>
        <p:nvSpPr>
          <p:cNvPr id="4" name="文本占位符 7"/>
          <p:cNvSpPr>
            <a:spLocks noGrp="1"/>
          </p:cNvSpPr>
          <p:nvPr/>
        </p:nvSpPr>
        <p:spPr>
          <a:xfrm>
            <a:off x="515620" y="5337175"/>
            <a:ext cx="10477500" cy="7842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49580" indent="-449580">
              <a:lnSpc>
                <a:spcPct val="110000"/>
              </a:lnSpc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p"/>
              <a:defRPr sz="3200" b="1">
                <a:solidFill>
                  <a:srgbClr val="4D4D4D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897255" indent="-440055">
              <a:lnSpc>
                <a:spcPct val="110000"/>
              </a:lnSpc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n"/>
              <a:defRPr sz="2800">
                <a:solidFill>
                  <a:srgbClr val="4D4D4D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252855" indent="-338455">
              <a:lnSpc>
                <a:spcPct val="110000"/>
              </a:lnSpc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n"/>
              <a:defRPr sz="2400">
                <a:solidFill>
                  <a:srgbClr val="4D4D4D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701800" indent="-330200">
              <a:lnSpc>
                <a:spcPct val="110000"/>
              </a:lnSpc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n"/>
              <a:defRPr sz="2000">
                <a:solidFill>
                  <a:srgbClr val="4D4D4D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151380" indent="-322580">
              <a:lnSpc>
                <a:spcPct val="110000"/>
              </a:lnSpc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n"/>
              <a:defRPr sz="2000">
                <a:solidFill>
                  <a:srgbClr val="4D4D4D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</a:lstStyle>
          <a:p>
            <a:pPr lvl="0"/>
            <a:r>
              <a:rPr lang="zh-CN" altLang="en-US" sz="2400" b="0" dirty="0"/>
              <a:t>Stage2</a:t>
            </a:r>
            <a:r>
              <a:rPr lang="en-US" altLang="zh-CN" sz="2400" b="0" dirty="0"/>
              <a:t>：</a:t>
            </a:r>
            <a:r>
              <a:rPr lang="zh-CN" altLang="en-US" sz="2400" b="0" dirty="0"/>
              <a:t>GPT-5.4 Evidence-Seeking VLM</a:t>
            </a:r>
            <a:r>
              <a:rPr lang="en-US" altLang="zh-CN" sz="2400" b="0" dirty="0"/>
              <a:t>、</a:t>
            </a:r>
            <a:r>
              <a:rPr lang="zh-CN" altLang="en-US" sz="2400" b="0" dirty="0"/>
              <a:t xml:space="preserve"> Tools + 场景物体清单注入Prompt</a:t>
            </a:r>
            <a:endParaRPr lang="en-US" altLang="zh-CN" b="0" dirty="0"/>
          </a:p>
          <a:p>
            <a:pPr marL="0" lvl="0" indent="0">
              <a:buNone/>
            </a:pPr>
            <a:endParaRPr lang="zh-CN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accent1"/>
                </a:solidFill>
              </a:rPr>
              <a:t>迭代优化路径 (v9 → v14)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38" name="文本占位符 7"/>
          <p:cNvSpPr>
            <a:spLocks noGrp="1"/>
          </p:cNvSpPr>
          <p:nvPr>
            <p:ph type="body" sz="quarter" idx="14"/>
          </p:nvPr>
        </p:nvSpPr>
        <p:spPr>
          <a:xfrm>
            <a:off x="515937" y="1104900"/>
            <a:ext cx="11160125" cy="5016500"/>
          </a:xfrm>
          <a:prstGeom prst="rect">
            <a:avLst/>
          </a:prstGeom>
        </p:spPr>
        <p:txBody>
          <a:bodyPr/>
          <a:lstStyle>
            <a:lvl1pPr marL="449580" indent="-449580">
              <a:lnSpc>
                <a:spcPct val="110000"/>
              </a:lnSpc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p"/>
              <a:defRPr sz="3200" b="1">
                <a:solidFill>
                  <a:srgbClr val="4D4D4D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897255" indent="-440055">
              <a:lnSpc>
                <a:spcPct val="110000"/>
              </a:lnSpc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n"/>
              <a:defRPr sz="2800">
                <a:solidFill>
                  <a:srgbClr val="4D4D4D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252855" indent="-338455">
              <a:lnSpc>
                <a:spcPct val="110000"/>
              </a:lnSpc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n"/>
              <a:defRPr sz="2400">
                <a:solidFill>
                  <a:srgbClr val="4D4D4D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701800" indent="-330200">
              <a:lnSpc>
                <a:spcPct val="110000"/>
              </a:lnSpc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n"/>
              <a:defRPr sz="2000">
                <a:solidFill>
                  <a:srgbClr val="4D4D4D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151380" indent="-322580">
              <a:lnSpc>
                <a:spcPct val="110000"/>
              </a:lnSpc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n"/>
              <a:defRPr sz="2000">
                <a:solidFill>
                  <a:srgbClr val="4D4D4D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</a:lstStyle>
          <a:p>
            <a:pPr lvl="0"/>
            <a:r>
              <a:rPr lang="zh-CN" altLang="en-US" b="0" dirty="0"/>
              <a:t xml:space="preserve">v9→v10: </a:t>
            </a:r>
            <a:r>
              <a:rPr lang="en-US" altLang="zh-CN" b="0" dirty="0"/>
              <a:t xml:space="preserve">+8.9 </a:t>
            </a:r>
            <a:r>
              <a:rPr lang="zh-CN" altLang="en-US" b="0" dirty="0"/>
              <a:t>MNAS</a:t>
            </a:r>
            <a:r>
              <a:rPr lang="en-US" altLang="zh-CN" b="0" dirty="0"/>
              <a:t xml:space="preserve"> </a:t>
            </a:r>
            <a:r>
              <a:rPr lang="zh-CN" altLang="en-US" b="0" dirty="0"/>
              <a:t xml:space="preserve"> LLM物体enrichment | v11: +7.2 启用tools</a:t>
            </a:r>
            <a:endParaRPr lang="en-US" altLang="zh-CN" b="0" dirty="0"/>
          </a:p>
          <a:p>
            <a:pPr marL="0" lvl="0" indent="0">
              <a:buNone/>
            </a:pP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9615" y="1866900"/>
            <a:ext cx="8166100" cy="3124200"/>
          </a:xfrm>
          <a:prstGeom prst="rect">
            <a:avLst/>
          </a:prstGeom>
        </p:spPr>
      </p:pic>
      <p:sp>
        <p:nvSpPr>
          <p:cNvPr id="4" name="文本占位符 7"/>
          <p:cNvSpPr>
            <a:spLocks noGrp="1"/>
          </p:cNvSpPr>
          <p:nvPr/>
        </p:nvSpPr>
        <p:spPr>
          <a:xfrm>
            <a:off x="515620" y="5337175"/>
            <a:ext cx="10477500" cy="7842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49580" indent="-449580">
              <a:lnSpc>
                <a:spcPct val="110000"/>
              </a:lnSpc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p"/>
              <a:defRPr sz="3200" b="1">
                <a:solidFill>
                  <a:srgbClr val="4D4D4D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897255" indent="-440055">
              <a:lnSpc>
                <a:spcPct val="110000"/>
              </a:lnSpc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n"/>
              <a:defRPr sz="2800">
                <a:solidFill>
                  <a:srgbClr val="4D4D4D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252855" indent="-338455">
              <a:lnSpc>
                <a:spcPct val="110000"/>
              </a:lnSpc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n"/>
              <a:defRPr sz="2400">
                <a:solidFill>
                  <a:srgbClr val="4D4D4D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701800" indent="-330200">
              <a:lnSpc>
                <a:spcPct val="110000"/>
              </a:lnSpc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n"/>
              <a:defRPr sz="2000">
                <a:solidFill>
                  <a:srgbClr val="4D4D4D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151380" indent="-322580">
              <a:lnSpc>
                <a:spcPct val="110000"/>
              </a:lnSpc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n"/>
              <a:defRPr sz="2000">
                <a:solidFill>
                  <a:srgbClr val="4D4D4D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</a:lstStyle>
          <a:p>
            <a:pPr lvl="0"/>
            <a:r>
              <a:rPr lang="zh-CN" altLang="en-US" sz="2400" b="0" dirty="0"/>
              <a:t>v12→v14</a:t>
            </a:r>
            <a:r>
              <a:rPr lang="en-US" altLang="zh-CN" sz="2400" b="0" dirty="0"/>
              <a:t>：</a:t>
            </a:r>
            <a:r>
              <a:rPr lang="zh-CN" altLang="en-US" sz="2400" b="0" dirty="0"/>
              <a:t>+10.5 MNAS GPT-5.4+prompt优化</a:t>
            </a:r>
            <a:r>
              <a:rPr lang="en-US" altLang="zh-CN" sz="2400" b="0" dirty="0"/>
              <a:t>、</a:t>
            </a:r>
            <a:r>
              <a:rPr lang="zh-CN" altLang="en-US" sz="2400" b="0" dirty="0"/>
              <a:t xml:space="preserve"> 总提升+26.6 MNAS(+57.2%)</a:t>
            </a:r>
            <a:endParaRPr lang="en-US" altLang="zh-CN" b="0" dirty="0"/>
          </a:p>
          <a:p>
            <a:pPr marL="0" lvl="0" indent="0">
              <a:buNone/>
            </a:pPr>
            <a:endParaRPr lang="zh-CN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accent1"/>
                </a:solidFill>
              </a:rPr>
              <a:t>OpenEQA ScanNet 排行榜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38" name="文本占位符 7"/>
          <p:cNvSpPr>
            <a:spLocks noGrp="1"/>
          </p:cNvSpPr>
          <p:nvPr>
            <p:ph type="body" sz="quarter" idx="14"/>
          </p:nvPr>
        </p:nvSpPr>
        <p:spPr>
          <a:xfrm>
            <a:off x="515937" y="1104900"/>
            <a:ext cx="11160125" cy="5016500"/>
          </a:xfrm>
          <a:prstGeom prst="rect">
            <a:avLst/>
          </a:prstGeom>
        </p:spPr>
        <p:txBody>
          <a:bodyPr/>
          <a:lstStyle>
            <a:lvl1pPr marL="449580" indent="-449580">
              <a:lnSpc>
                <a:spcPct val="110000"/>
              </a:lnSpc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p"/>
              <a:defRPr sz="3200" b="1">
                <a:solidFill>
                  <a:srgbClr val="4D4D4D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897255" indent="-440055">
              <a:lnSpc>
                <a:spcPct val="110000"/>
              </a:lnSpc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n"/>
              <a:defRPr sz="2800">
                <a:solidFill>
                  <a:srgbClr val="4D4D4D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252855" indent="-338455">
              <a:lnSpc>
                <a:spcPct val="110000"/>
              </a:lnSpc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n"/>
              <a:defRPr sz="2400">
                <a:solidFill>
                  <a:srgbClr val="4D4D4D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701800" indent="-330200">
              <a:lnSpc>
                <a:spcPct val="110000"/>
              </a:lnSpc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n"/>
              <a:defRPr sz="2000">
                <a:solidFill>
                  <a:srgbClr val="4D4D4D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151380" indent="-322580">
              <a:lnSpc>
                <a:spcPct val="110000"/>
              </a:lnSpc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n"/>
              <a:defRPr sz="2000">
                <a:solidFill>
                  <a:srgbClr val="4D4D4D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</a:lstStyle>
          <a:p>
            <a:pPr lvl="0"/>
            <a:r>
              <a:rPr lang="zh-CN" altLang="en-US" b="0" dirty="0"/>
              <a:t xml:space="preserve">#1 Ours </a:t>
            </a:r>
            <a:r>
              <a:rPr lang="en-US" altLang="zh-CN" b="0" dirty="0"/>
              <a:t xml:space="preserve">73.1 | </a:t>
            </a:r>
            <a:r>
              <a:rPr lang="zh-CN" altLang="en-US" b="0" dirty="0"/>
              <a:t>#2 Gemini</a:t>
            </a:r>
            <a:r>
              <a:rPr lang="en-US" altLang="zh-CN" b="0" dirty="0"/>
              <a:t xml:space="preserve"> </a:t>
            </a:r>
            <a:r>
              <a:rPr lang="zh-CN" altLang="en-US" b="0" dirty="0"/>
              <a:t xml:space="preserve"> 1.5 Flash 72.5 | #3 GLM-CoV 67.0</a:t>
            </a:r>
            <a:endParaRPr lang="en-US" altLang="zh-CN" b="0" dirty="0"/>
          </a:p>
          <a:p>
            <a:pPr marL="0" lvl="0" indent="0">
              <a:buNone/>
            </a:pP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9615" y="1866900"/>
            <a:ext cx="8166100" cy="3124200"/>
          </a:xfrm>
          <a:prstGeom prst="rect">
            <a:avLst/>
          </a:prstGeom>
        </p:spPr>
      </p:pic>
      <p:sp>
        <p:nvSpPr>
          <p:cNvPr id="4" name="文本占位符 7"/>
          <p:cNvSpPr>
            <a:spLocks noGrp="1"/>
          </p:cNvSpPr>
          <p:nvPr/>
        </p:nvSpPr>
        <p:spPr>
          <a:xfrm>
            <a:off x="515620" y="5337175"/>
            <a:ext cx="10477500" cy="7842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49580" indent="-449580">
              <a:lnSpc>
                <a:spcPct val="110000"/>
              </a:lnSpc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p"/>
              <a:defRPr sz="3200" b="1">
                <a:solidFill>
                  <a:srgbClr val="4D4D4D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897255" indent="-440055">
              <a:lnSpc>
                <a:spcPct val="110000"/>
              </a:lnSpc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n"/>
              <a:defRPr sz="2800">
                <a:solidFill>
                  <a:srgbClr val="4D4D4D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252855" indent="-338455">
              <a:lnSpc>
                <a:spcPct val="110000"/>
              </a:lnSpc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n"/>
              <a:defRPr sz="2400">
                <a:solidFill>
                  <a:srgbClr val="4D4D4D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701800" indent="-330200">
              <a:lnSpc>
                <a:spcPct val="110000"/>
              </a:lnSpc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n"/>
              <a:defRPr sz="2000">
                <a:solidFill>
                  <a:srgbClr val="4D4D4D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151380" indent="-322580">
              <a:lnSpc>
                <a:spcPct val="110000"/>
              </a:lnSpc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n"/>
              <a:defRPr sz="2000">
                <a:solidFill>
                  <a:srgbClr val="4D4D4D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</a:lstStyle>
          <a:p>
            <a:pPr lvl="0"/>
            <a:r>
              <a:rPr lang="zh-CN" altLang="en-US" sz="2400" b="0" dirty="0"/>
              <a:t>vs GPT-4V</a:t>
            </a:r>
            <a:r>
              <a:rPr lang="en-US" altLang="zh-CN" sz="2400" b="0" dirty="0"/>
              <a:t>：</a:t>
            </a:r>
            <a:r>
              <a:rPr lang="zh-CN" altLang="en-US" sz="2400" b="0" dirty="0"/>
              <a:t>+21.8 MNAS, Localization超Human</a:t>
            </a:r>
            <a:r>
              <a:rPr lang="en-US" altLang="zh-CN" sz="2400" b="0" dirty="0"/>
              <a:t>、</a:t>
            </a:r>
            <a:r>
              <a:rPr lang="zh-CN" altLang="en-US" sz="2400" b="0" dirty="0"/>
              <a:t xml:space="preserve"> 全部7类别超GPT-4V(至少+16.5)</a:t>
            </a:r>
            <a:endParaRPr lang="en-US" altLang="zh-CN" b="0" dirty="0"/>
          </a:p>
          <a:p>
            <a:pPr marL="0" lvl="0" indent="0">
              <a:buNone/>
            </a:pPr>
            <a:endParaRPr lang="zh-CN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accent1"/>
                </a:solidFill>
              </a:rPr>
              <a:t>Failure Analysis与改进空间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38" name="文本占位符 7"/>
          <p:cNvSpPr>
            <a:spLocks noGrp="1"/>
          </p:cNvSpPr>
          <p:nvPr>
            <p:ph type="body" sz="quarter" idx="14"/>
          </p:nvPr>
        </p:nvSpPr>
        <p:spPr>
          <a:xfrm>
            <a:off x="515937" y="1104900"/>
            <a:ext cx="11160125" cy="5016500"/>
          </a:xfrm>
          <a:prstGeom prst="rect">
            <a:avLst/>
          </a:prstGeom>
        </p:spPr>
        <p:txBody>
          <a:bodyPr/>
          <a:lstStyle>
            <a:lvl1pPr marL="449580" indent="-449580">
              <a:lnSpc>
                <a:spcPct val="110000"/>
              </a:lnSpc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p"/>
              <a:defRPr sz="3200" b="1">
                <a:solidFill>
                  <a:srgbClr val="4D4D4D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897255" indent="-440055">
              <a:lnSpc>
                <a:spcPct val="110000"/>
              </a:lnSpc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n"/>
              <a:defRPr sz="2800">
                <a:solidFill>
                  <a:srgbClr val="4D4D4D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252855" indent="-338455">
              <a:lnSpc>
                <a:spcPct val="110000"/>
              </a:lnSpc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n"/>
              <a:defRPr sz="2400">
                <a:solidFill>
                  <a:srgbClr val="4D4D4D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701800" indent="-330200">
              <a:lnSpc>
                <a:spcPct val="110000"/>
              </a:lnSpc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n"/>
              <a:defRPr sz="2000">
                <a:solidFill>
                  <a:srgbClr val="4D4D4D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151380" indent="-322580">
              <a:lnSpc>
                <a:spcPct val="110000"/>
              </a:lnSpc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n"/>
              <a:defRPr sz="2000">
                <a:solidFill>
                  <a:srgbClr val="4D4D4D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</a:lstStyle>
          <a:p>
            <a:pPr lvl="0"/>
            <a:r>
              <a:rPr lang="zh-CN" altLang="en-US" b="0" dirty="0"/>
              <a:t xml:space="preserve">失败模式: </a:t>
            </a:r>
            <a:r>
              <a:rPr lang="en-US" altLang="zh-CN" b="0" dirty="0"/>
              <a:t xml:space="preserve">VLM感知35% </a:t>
            </a:r>
            <a:r>
              <a:rPr lang="zh-CN" altLang="en-US" b="0" dirty="0"/>
              <a:t>| 检索24%</a:t>
            </a:r>
            <a:r>
              <a:rPr lang="en-US" altLang="zh-CN" b="0" dirty="0"/>
              <a:t xml:space="preserve"> </a:t>
            </a:r>
            <a:r>
              <a:rPr lang="zh-CN" altLang="en-US" b="0" dirty="0"/>
              <a:t xml:space="preserve"> | 可见性12% | 空间8% | 状态7%</a:t>
            </a:r>
            <a:endParaRPr lang="en-US" altLang="zh-CN" b="0" dirty="0"/>
          </a:p>
          <a:p>
            <a:pPr marL="0" lvl="0" indent="0">
              <a:buNone/>
            </a:pP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9615" y="1866900"/>
            <a:ext cx="8166100" cy="3124200"/>
          </a:xfrm>
          <a:prstGeom prst="rect">
            <a:avLst/>
          </a:prstGeom>
        </p:spPr>
      </p:pic>
      <p:sp>
        <p:nvSpPr>
          <p:cNvPr id="4" name="文本占位符 7"/>
          <p:cNvSpPr>
            <a:spLocks noGrp="1"/>
          </p:cNvSpPr>
          <p:nvPr/>
        </p:nvSpPr>
        <p:spPr>
          <a:xfrm>
            <a:off x="515620" y="5337175"/>
            <a:ext cx="10477500" cy="7842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49580" indent="-449580">
              <a:lnSpc>
                <a:spcPct val="110000"/>
              </a:lnSpc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p"/>
              <a:defRPr sz="3200" b="1">
                <a:solidFill>
                  <a:srgbClr val="4D4D4D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897255" indent="-440055">
              <a:lnSpc>
                <a:spcPct val="110000"/>
              </a:lnSpc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n"/>
              <a:defRPr sz="2800">
                <a:solidFill>
                  <a:srgbClr val="4D4D4D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252855" indent="-338455">
              <a:lnSpc>
                <a:spcPct val="110000"/>
              </a:lnSpc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n"/>
              <a:defRPr sz="2400">
                <a:solidFill>
                  <a:srgbClr val="4D4D4D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701800" indent="-330200">
              <a:lnSpc>
                <a:spcPct val="110000"/>
              </a:lnSpc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n"/>
              <a:defRPr sz="2000">
                <a:solidFill>
                  <a:srgbClr val="4D4D4D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151380" indent="-322580">
              <a:lnSpc>
                <a:spcPct val="110000"/>
              </a:lnSpc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n"/>
              <a:defRPr sz="2000">
                <a:solidFill>
                  <a:srgbClr val="4D4D4D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</a:lstStyle>
          <a:p>
            <a:pPr lvl="0"/>
            <a:r>
              <a:rPr lang="zh-CN" altLang="en-US" sz="2400" b="0" dirty="0"/>
              <a:t>关键发现</a:t>
            </a:r>
            <a:r>
              <a:rPr lang="en-US" altLang="zh-CN" sz="2400" b="0" dirty="0"/>
              <a:t>：</a:t>
            </a:r>
            <a:r>
              <a:rPr lang="zh-CN" altLang="en-US" sz="2400" b="0" dirty="0"/>
              <a:t>51%失败case GT物体已在enrichment中</a:t>
            </a:r>
            <a:r>
              <a:rPr lang="en-US" altLang="zh-CN" sz="2400" b="0" dirty="0"/>
              <a:t>、</a:t>
            </a:r>
            <a:r>
              <a:rPr lang="zh-CN" altLang="en-US" sz="2400" b="0" dirty="0"/>
              <a:t xml:space="preserve"> 天花板~78(当前73.1, Human 87.7)</a:t>
            </a:r>
            <a:endParaRPr lang="en-US" altLang="zh-CN" b="0" dirty="0"/>
          </a:p>
          <a:p>
            <a:pPr marL="0" lvl="0" indent="0">
              <a:buNone/>
            </a:pPr>
            <a:endParaRPr lang="zh-CN" altLang="en-US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0.xml><?xml version="1.0" encoding="utf-8"?>
<p:tagLst xmlns:p="http://schemas.openxmlformats.org/presentationml/2006/main">
  <p:tag name="COMMONDATA" val="eyJoZGlkIjoiOWYyMGEzMzY3NzQzZjBmNTNhMjk4MTM1MDAwZTg1YzQifQ=="/>
  <p:tag name="RESOURCE_RECORD_KEY" val="{&quot;10&quot;:[20252134],&quot;13&quot;:[4364974,20025429,20469026,20482077,19965465,4695722],&quot;29&quot;:[50052433,50053052],&quot;65&quot;:[20231642]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5">
            <a:lumMod val="40000"/>
            <a:lumOff val="60000"/>
          </a:schemeClr>
        </a:solidFill>
      </a:spPr>
      <a:bodyPr rtlCol="0" anchor="ctr"/>
      <a:lstStyle>
        <a:defPPr algn="ctr">
          <a:defRPr b="1">
            <a:solidFill>
              <a:schemeClr val="tx1"/>
            </a:solidFill>
            <a:latin typeface="黑体" panose="02010609060101010101" pitchFamily="49" charset="-122"/>
            <a:ea typeface="黑体" panose="02010609060101010101" pitchFamily="49" charset="-122"/>
          </a:defRPr>
        </a:defPPr>
      </a:lstStyle>
      <a:style>
        <a:lnRef idx="2">
          <a:schemeClr val="accent1">
            <a:lumMod val="75000"/>
          </a:schemeClr>
        </a:lnRef>
        <a:fillRef idx="1">
          <a:schemeClr val="accent1"/>
        </a:fillRef>
        <a:effectRef idx="0">
          <a:srgbClr val="FFFFFF"/>
        </a:effectRef>
        <a:fontRef idx="minor">
          <a:schemeClr val="lt1"/>
        </a:fontRef>
      </a:style>
    </a:spDef>
    <a:lnDef>
      <a:spPr>
        <a:ln>
          <a:tailEnd type="arrow"/>
        </a:ln>
      </a:spPr>
      <a:bodyPr/>
      <a:lstStyle/>
      <a:style>
        <a:lnRef idx="2">
          <a:schemeClr val="accent1"/>
        </a:lnRef>
        <a:fillRef idx="0">
          <a:srgbClr val="FFFFFF"/>
        </a:fillRef>
        <a:effectRef idx="0">
          <a:srgbClr val="FFFFFF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171</Words>
  <Application>WPS 演示</Application>
  <PresentationFormat>宽屏</PresentationFormat>
  <Paragraphs>36</Paragraphs>
  <Slides>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25" baseType="lpstr">
      <vt:lpstr>Arial</vt:lpstr>
      <vt:lpstr>宋体</vt:lpstr>
      <vt:lpstr>Wingdings</vt:lpstr>
      <vt:lpstr>黑体</vt:lpstr>
      <vt:lpstr>汉仪中黑KW</vt:lpstr>
      <vt:lpstr>Times New Roman</vt:lpstr>
      <vt:lpstr>等线</vt:lpstr>
      <vt:lpstr>汉仪中等线KW</vt:lpstr>
      <vt:lpstr>微软雅黑</vt:lpstr>
      <vt:lpstr>汉仪旗黑</vt:lpstr>
      <vt:lpstr>宋体</vt:lpstr>
      <vt:lpstr>Arial Unicode MS</vt:lpstr>
      <vt:lpstr>等线 Light</vt:lpstr>
      <vt:lpstr>Calibri</vt:lpstr>
      <vt:lpstr>Helvetica Neue</vt:lpstr>
      <vt:lpstr>汉仪书宋二KW</vt:lpstr>
      <vt:lpstr>微软雅黑</vt:lpstr>
      <vt:lpstr>等线</vt:lpstr>
      <vt:lpstr>黑体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个 发</dc:creator>
  <cp:lastModifiedBy>乐、</cp:lastModifiedBy>
  <cp:revision>1545</cp:revision>
  <dcterms:created xsi:type="dcterms:W3CDTF">2026-04-08T11:53:22Z</dcterms:created>
  <dcterms:modified xsi:type="dcterms:W3CDTF">2026-04-08T11:53:22Z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4270009E8C52443CAA8E38161C119B86_13</vt:lpwstr>
  </property>
  <property fmtid="{D5CDD505-2E9C-101B-9397-08002B2CF9AE}" pid="3" name="KSOProductBuildVer">
    <vt:lpwstr>2052-12.1.25205.25205</vt:lpwstr>
  </property>
</Properties>
</file>